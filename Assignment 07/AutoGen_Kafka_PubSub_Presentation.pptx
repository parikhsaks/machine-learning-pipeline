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AutoGen + Kafka Pub/Sub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Smart Home Monitoring System</a:t>
            </a:r>
            <a:br/>
            <a:r>
              <a:t>Autonomous agents communicating via Kafka message broker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4114800"/>
            <a:ext cx="1828800" cy="914400"/>
          </a:xfrm>
          <a:prstGeom prst="round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3</a:t>
            </a:r>
            <a:br/>
            <a:r>
              <a:t>AutoGen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4114800"/>
            <a:ext cx="1828800" cy="914400"/>
          </a:xfrm>
          <a:prstGeom prst="round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∞</a:t>
            </a:r>
            <a:br/>
            <a:r>
              <a:t>Async Messages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4114800"/>
            <a:ext cx="1828800" cy="914400"/>
          </a:xfrm>
          <a:prstGeom prst="roundRect">
            <a:avLst/>
          </a:prstGeom>
          <a:solidFill>
            <a:srgbClr val="9575CD"/>
          </a:solidFill>
          <a:ln>
            <a:solidFill>
              <a:srgbClr val="957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AI</a:t>
            </a:r>
            <a:br/>
            <a:r>
              <a:t>Claude-Powered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67EEA"/>
                </a:solidFill>
              </a:defRPr>
            </a:pPr>
            <a:r>
              <a:t>What is Pub/Sub Architecture?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8229600" cy="731520"/>
          </a:xfrm>
          <a:prstGeom prst="roundRect">
            <a:avLst/>
          </a:prstGeom>
          <a:solidFill>
            <a:srgbClr val="F8F9FA"/>
          </a:solidFill>
          <a:ln w="381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>
                <a:solidFill>
                  <a:srgbClr val="000000"/>
                </a:solidFill>
              </a:defRPr>
            </a:pPr>
            <a:r>
              <a:t>Publisher-Subscriber Pattern: An asynchronous messaging pattern where publishers send messages to topics without knowing subscribers, and subscribers receive messages from topics without knowing publishers.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67EEA"/>
                </a:solidFill>
              </a:defRPr>
            </a:pPr>
            <a:r>
              <a:t>Key Characteristics: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Decoupling: Publishers and subscribers are independent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Scalability: Add/remove publishers or subscribers without affecting others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Asynchronous: Non-blocking, concurrent message delivery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Topic-Based Routing: Messages organized by channels/topics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389120"/>
            <a:ext cx="1828800" cy="64008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Publishers</a:t>
            </a:r>
            <a:br/>
            <a:r>
              <a:t>Send messages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389120"/>
            <a:ext cx="2194560" cy="64008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Message Broker</a:t>
            </a:r>
            <a:br/>
            <a:r>
              <a:t>Routes messages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389120"/>
            <a:ext cx="1828800" cy="64008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Subscribers</a:t>
            </a:r>
            <a:br/>
            <a:r>
              <a:t>Receive messages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03520"/>
            <a:ext cx="8229600" cy="54864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>
                <a:solidFill>
                  <a:srgbClr val="000000"/>
                </a:solidFill>
              </a:defRPr>
            </a:pPr>
            <a:r>
              <a:t>Real-World Analogy: Like YouTube - channels publish videos, YouTube routes them, and you subscribe without knowing other subscribers.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67EEA"/>
                </a:solidFill>
              </a:defRPr>
            </a:pPr>
            <a:r>
              <a:t>Our Implementation: AutoGen + Kafka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40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67EEA"/>
                </a:solidFill>
              </a:defRPr>
            </a:pPr>
            <a:r>
              <a:t>🤖 AutoGen Core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RoutedAgent base class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@message_handler decorators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Agent lifecycle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97280"/>
            <a:ext cx="3840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667EEA"/>
                </a:solidFill>
              </a:defRPr>
            </a:pPr>
            <a:r>
              <a:t>☕ Apache Kafka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Message broker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Topic-based routing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Persistent message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7EEA"/>
                </a:solidFill>
              </a:defRPr>
            </a:pPr>
            <a:r>
              <a:t>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1645920" cy="73152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Agent 1</a:t>
            </a:r>
            <a:br/>
            <a:r>
              <a:t>Temperature</a:t>
            </a:r>
            <a:br/>
            <a:r>
              <a:t>Publisher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2743200"/>
            <a:ext cx="2377440" cy="109728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Kafka Broker</a:t>
            </a:r>
            <a:br/>
            <a:r>
              <a:t>• home.temperature</a:t>
            </a:r>
            <a:br/>
            <a:r>
              <a:t>• home.motion</a:t>
            </a:r>
            <a:br/>
            <a:r>
              <a:t>• home.alerts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3108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2926080"/>
            <a:ext cx="2011680" cy="73152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Agent 3</a:t>
            </a:r>
            <a:br/>
            <a:r>
              <a:t>Alert Manager</a:t>
            </a:r>
            <a:br/>
            <a:r>
              <a:t>Subscriber+AI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645920" cy="73152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Agent 2</a:t>
            </a:r>
            <a:br/>
            <a:r>
              <a:t>Motion</a:t>
            </a:r>
            <a:br/>
            <a:r>
              <a:t>Publisher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4114800"/>
            <a:ext cx="2377440" cy="73152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Kafka Topics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4114800"/>
            <a:ext cx="2011680" cy="73152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Claude AI</a:t>
            </a:r>
            <a:br/>
            <a:r>
              <a:t>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12080"/>
            <a:ext cx="8229600" cy="64008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>
                <a:solidFill>
                  <a:srgbClr val="000000"/>
                </a:solidFill>
              </a:defRPr>
            </a:pPr>
            <a:r>
              <a:t>Key Insight: AutoGen provides agent framework, Kafka handles message routing, Claude AI adds intelligence - each serves a specific purpose.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67EEA"/>
                </a:solidFill>
              </a:defRPr>
            </a:pPr>
            <a:r>
              <a:t>The Three AutoGen Agents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2743200"/>
                <a:gridCol w="2286000"/>
              </a:tblGrid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667E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🌡️ Temperature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Publisher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Publishes temp readings every 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AutoGen + KafkaProducer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👁️ Motion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Publisher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Publishes motion events every 3s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AutoGen + KafkaProducer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🤖 Alert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Subscriber+AI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Subscribes, uses Claude AI for 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AutoGen + KafkaConsumer + Claude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38328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7EEA"/>
                </a:solidFill>
              </a:defRPr>
            </a:pPr>
            <a:r>
              <a:t>Example Message Flow:</a:t>
            </a:r>
          </a:p>
          <a:p>
            <a:br/>
            <a:pPr>
              <a:defRPr sz="1200">
                <a:latin typeface="Courier New"/>
              </a:defRPr>
            </a:pPr>
            <a:r>
              <a:t>1. Temperature Agent publishes to Kafka:</a:t>
            </a:r>
            <a:br/>
            <a:r>
              <a:t>   🌡️ Publishing: 27.8°C → Kafka Topic: home.temperature</a:t>
            </a:r>
            <a:br/>
            <a:br/>
            <a:r>
              <a:t>2. Alert Manager processes with Claude AI:</a:t>
            </a:r>
            <a:br/>
            <a:r>
              <a:t>   🤖 Temp &gt; 26°C → Query Claude → Alert generated</a:t>
            </a:r>
            <a:br/>
            <a:br/>
            <a:r>
              <a:t>3. Alert Manager publishes:</a:t>
            </a:r>
            <a:br/>
            <a:r>
              <a:t>   🔥 HIGH TEMP ALERT → Kafka Topic: home.alerts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669280"/>
            <a:ext cx="8229600" cy="45720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300">
                <a:solidFill>
                  <a:srgbClr val="000000"/>
                </a:solidFill>
              </a:defRPr>
            </a:pPr>
            <a:r>
              <a:t>Autonomous Operation: All agents run independently with true pub/sub decoupling!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67EEA"/>
                </a:solidFill>
              </a:defRPr>
            </a:pPr>
            <a:r>
              <a:t>Results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7EEA"/>
                </a:solidFill>
              </a:defRPr>
            </a:pPr>
            <a:r>
              <a:t>Live Demo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2103120" cy="73152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16</a:t>
            </a:r>
            <a:br/>
            <a:r>
              <a:t>Messages Published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554480"/>
            <a:ext cx="2103120" cy="73152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48</a:t>
            </a:r>
            <a:br/>
            <a:r>
              <a:t>Total Readings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554480"/>
            <a:ext cx="2103120" cy="73152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12</a:t>
            </a:r>
            <a:br/>
            <a:r>
              <a:t>AI Alerts Generated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67EEA"/>
                </a:solidFill>
              </a:defRPr>
            </a:pPr>
            <a:r>
              <a:t>Benefits Demonstrated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3840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CAF50"/>
                </a:solidFill>
              </a:defRPr>
            </a:pPr>
            <a:r>
              <a:t>✅ Technical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Loose coupling via Kafka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Scalable architecture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Async message handling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Agent autonomy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017520"/>
            <a:ext cx="3840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96F3"/>
                </a:solidFill>
              </a:defRPr>
            </a:pPr>
            <a:r>
              <a:t>✅ Practical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Easy to add new sensors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AI-enhanced alerts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Fault tolerant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• Real-world applicable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572000"/>
            <a:ext cx="8229600" cy="822960"/>
          </a:xfrm>
          <a:prstGeom prst="roundRect">
            <a:avLst/>
          </a:prstGeom>
          <a:solidFill>
            <a:srgbClr val="F8F9FA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200">
                <a:solidFill>
                  <a:srgbClr val="000000"/>
                </a:solidFill>
              </a:defRPr>
            </a:pPr>
            <a:r>
              <a:t>Conclusion: This implementation successfully demonstrates pub/sub architecture using AutoGen Core for agent structure, Apache Kafka as the message broker, and Claude AI for intelligent processing. The system showcases asynchronous communication between autonomous agents with real-world applicability.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577840"/>
            <a:ext cx="8229600" cy="457200"/>
          </a:xfrm>
          <a:prstGeom prst="round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Technologies: AutoGen Core • Apache Kafka • Claude Sonnet 4.5 • Python asyncio • kafka-python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</a:defRPr>
            </a:pPr>
            <a: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