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78"/>
  </p:normalViewPr>
  <p:slideViewPr>
    <p:cSldViewPr snapToGrid="0" snapToObjects="1">
      <p:cViewPr varScale="1">
        <p:scale>
          <a:sx n="109" d="100"/>
          <a:sy n="109" d="100"/>
        </p:scale>
        <p:origin x="17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7C2CE8-7A96-4A6C-9842-0714FC7ECE89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DCB3F97-B203-4A16-8F4E-FF446A1FF9A4}">
      <dgm:prSet/>
      <dgm:spPr/>
      <dgm:t>
        <a:bodyPr/>
        <a:lstStyle/>
        <a:p>
          <a:r>
            <a:rPr lang="en-US"/>
            <a:t>📊 PART 1: Autoencoder Comparison</a:t>
          </a:r>
        </a:p>
      </dgm:t>
    </dgm:pt>
    <dgm:pt modelId="{15C9B0AF-4263-4B51-900C-72B35D5BCEEC}" type="parTrans" cxnId="{945386DF-0DBD-40E7-84D2-3F781637B93D}">
      <dgm:prSet/>
      <dgm:spPr/>
      <dgm:t>
        <a:bodyPr/>
        <a:lstStyle/>
        <a:p>
          <a:endParaRPr lang="en-US"/>
        </a:p>
      </dgm:t>
    </dgm:pt>
    <dgm:pt modelId="{38011892-04ED-4131-82F0-DA31B2898E6E}" type="sibTrans" cxnId="{945386DF-0DBD-40E7-84D2-3F781637B93D}">
      <dgm:prSet/>
      <dgm:spPr/>
      <dgm:t>
        <a:bodyPr/>
        <a:lstStyle/>
        <a:p>
          <a:endParaRPr lang="en-US"/>
        </a:p>
      </dgm:t>
    </dgm:pt>
    <dgm:pt modelId="{F1C2DEBC-6C6B-4C01-9707-D097C1E965E2}">
      <dgm:prSet/>
      <dgm:spPr/>
      <dgm:t>
        <a:bodyPr/>
        <a:lstStyle/>
        <a:p>
          <a:r>
            <a:rPr lang="en-US"/>
            <a:t>• Train Vanilla Autoencoder on MNIST dataset</a:t>
          </a:r>
        </a:p>
      </dgm:t>
    </dgm:pt>
    <dgm:pt modelId="{773D2252-4AD4-4664-9886-BDE213B55A49}" type="parTrans" cxnId="{E3B3E0AC-96A7-4CD9-89BE-526845237C10}">
      <dgm:prSet/>
      <dgm:spPr/>
      <dgm:t>
        <a:bodyPr/>
        <a:lstStyle/>
        <a:p>
          <a:endParaRPr lang="en-US"/>
        </a:p>
      </dgm:t>
    </dgm:pt>
    <dgm:pt modelId="{EC33AD12-4C3B-4038-AA27-721DA9F6128D}" type="sibTrans" cxnId="{E3B3E0AC-96A7-4CD9-89BE-526845237C10}">
      <dgm:prSet/>
      <dgm:spPr/>
      <dgm:t>
        <a:bodyPr/>
        <a:lstStyle/>
        <a:p>
          <a:endParaRPr lang="en-US"/>
        </a:p>
      </dgm:t>
    </dgm:pt>
    <dgm:pt modelId="{F69B59BE-B65B-4CF5-8DBD-F68766286DDA}">
      <dgm:prSet/>
      <dgm:spPr/>
      <dgm:t>
        <a:bodyPr/>
        <a:lstStyle/>
        <a:p>
          <a:r>
            <a:rPr lang="en-US"/>
            <a:t>• Train Variational Autoencoder (VAE) on MNIST</a:t>
          </a:r>
        </a:p>
      </dgm:t>
    </dgm:pt>
    <dgm:pt modelId="{B9EE5284-F349-4310-9B60-F6774A72DCAC}" type="parTrans" cxnId="{467F2324-80EF-40E1-992A-B13A282A9D32}">
      <dgm:prSet/>
      <dgm:spPr/>
      <dgm:t>
        <a:bodyPr/>
        <a:lstStyle/>
        <a:p>
          <a:endParaRPr lang="en-US"/>
        </a:p>
      </dgm:t>
    </dgm:pt>
    <dgm:pt modelId="{E196ED49-44E8-4662-AA6B-AE2A9822D357}" type="sibTrans" cxnId="{467F2324-80EF-40E1-992A-B13A282A9D32}">
      <dgm:prSet/>
      <dgm:spPr/>
      <dgm:t>
        <a:bodyPr/>
        <a:lstStyle/>
        <a:p>
          <a:endParaRPr lang="en-US"/>
        </a:p>
      </dgm:t>
    </dgm:pt>
    <dgm:pt modelId="{542F9E02-46E5-4C0D-B977-C8179A14AE21}">
      <dgm:prSet/>
      <dgm:spPr/>
      <dgm:t>
        <a:bodyPr/>
        <a:lstStyle/>
        <a:p>
          <a:r>
            <a:rPr lang="en-US"/>
            <a:t>• Generate images using detached decoders</a:t>
          </a:r>
        </a:p>
      </dgm:t>
    </dgm:pt>
    <dgm:pt modelId="{740B59B7-66F8-40F1-A4FA-E29E0F4FAE68}" type="parTrans" cxnId="{127FFDF0-EB9B-4296-9558-D332DC08BF2A}">
      <dgm:prSet/>
      <dgm:spPr/>
      <dgm:t>
        <a:bodyPr/>
        <a:lstStyle/>
        <a:p>
          <a:endParaRPr lang="en-US"/>
        </a:p>
      </dgm:t>
    </dgm:pt>
    <dgm:pt modelId="{EC22E4D2-F1AD-48D2-A417-A2C2877E7073}" type="sibTrans" cxnId="{127FFDF0-EB9B-4296-9558-D332DC08BF2A}">
      <dgm:prSet/>
      <dgm:spPr/>
      <dgm:t>
        <a:bodyPr/>
        <a:lstStyle/>
        <a:p>
          <a:endParaRPr lang="en-US"/>
        </a:p>
      </dgm:t>
    </dgm:pt>
    <dgm:pt modelId="{CC29FF8B-A841-45AB-8C32-A0FE7F3ABEF5}">
      <dgm:prSet/>
      <dgm:spPr/>
      <dgm:t>
        <a:bodyPr/>
        <a:lstStyle/>
        <a:p>
          <a:r>
            <a:rPr lang="en-US"/>
            <a:t>• Compare generation quality</a:t>
          </a:r>
        </a:p>
      </dgm:t>
    </dgm:pt>
    <dgm:pt modelId="{898D54A1-4E12-47EF-808E-7B04F6BB8A1B}" type="parTrans" cxnId="{945B1028-87D2-477C-A7A3-CB1590180577}">
      <dgm:prSet/>
      <dgm:spPr/>
      <dgm:t>
        <a:bodyPr/>
        <a:lstStyle/>
        <a:p>
          <a:endParaRPr lang="en-US"/>
        </a:p>
      </dgm:t>
    </dgm:pt>
    <dgm:pt modelId="{46D93D31-BA4B-43B0-AEDC-0B4D01051A60}" type="sibTrans" cxnId="{945B1028-87D2-477C-A7A3-CB1590180577}">
      <dgm:prSet/>
      <dgm:spPr/>
      <dgm:t>
        <a:bodyPr/>
        <a:lstStyle/>
        <a:p>
          <a:endParaRPr lang="en-US"/>
        </a:p>
      </dgm:t>
    </dgm:pt>
    <dgm:pt modelId="{A7D597FC-2361-4BD5-9EDD-A9CDC444E89C}">
      <dgm:prSet/>
      <dgm:spPr/>
      <dgm:t>
        <a:bodyPr/>
        <a:lstStyle/>
        <a:p>
          <a:r>
            <a:rPr lang="en-US"/>
            <a:t>🤖 PART 2: Multi-Agent System</a:t>
          </a:r>
        </a:p>
      </dgm:t>
    </dgm:pt>
    <dgm:pt modelId="{58D165A3-852E-4BEC-A0CA-A68B9D50929D}" type="parTrans" cxnId="{AD23D3A8-E027-4612-A5A3-DA5E6FAFCCFB}">
      <dgm:prSet/>
      <dgm:spPr/>
      <dgm:t>
        <a:bodyPr/>
        <a:lstStyle/>
        <a:p>
          <a:endParaRPr lang="en-US"/>
        </a:p>
      </dgm:t>
    </dgm:pt>
    <dgm:pt modelId="{40A46AD3-FEEF-4C35-A6CE-5E50896FD917}" type="sibTrans" cxnId="{AD23D3A8-E027-4612-A5A3-DA5E6FAFCCFB}">
      <dgm:prSet/>
      <dgm:spPr/>
      <dgm:t>
        <a:bodyPr/>
        <a:lstStyle/>
        <a:p>
          <a:endParaRPr lang="en-US"/>
        </a:p>
      </dgm:t>
    </dgm:pt>
    <dgm:pt modelId="{AF73E420-E9F3-4C2A-8E9D-293C2DEF2F0D}">
      <dgm:prSet/>
      <dgm:spPr/>
      <dgm:t>
        <a:bodyPr/>
        <a:lstStyle/>
        <a:p>
          <a:r>
            <a:rPr lang="en-US"/>
            <a:t>• Build two AI agents using Claude API</a:t>
          </a:r>
        </a:p>
      </dgm:t>
    </dgm:pt>
    <dgm:pt modelId="{67F683F5-CD62-4AB5-B176-E08855D42C28}" type="parTrans" cxnId="{2C5DBA20-CE47-44E3-B672-D5E1FF246AB9}">
      <dgm:prSet/>
      <dgm:spPr/>
      <dgm:t>
        <a:bodyPr/>
        <a:lstStyle/>
        <a:p>
          <a:endParaRPr lang="en-US"/>
        </a:p>
      </dgm:t>
    </dgm:pt>
    <dgm:pt modelId="{BE0854CA-3093-4A55-A510-A042D6ED2A54}" type="sibTrans" cxnId="{2C5DBA20-CE47-44E3-B672-D5E1FF246AB9}">
      <dgm:prSet/>
      <dgm:spPr/>
      <dgm:t>
        <a:bodyPr/>
        <a:lstStyle/>
        <a:p>
          <a:endParaRPr lang="en-US"/>
        </a:p>
      </dgm:t>
    </dgm:pt>
    <dgm:pt modelId="{66A02891-DB59-464B-973B-437B4D30FE78}">
      <dgm:prSet/>
      <dgm:spPr/>
      <dgm:t>
        <a:bodyPr/>
        <a:lstStyle/>
        <a:p>
          <a:r>
            <a:rPr lang="en-US"/>
            <a:t>• Implement agent-to-agent communication</a:t>
          </a:r>
        </a:p>
      </dgm:t>
    </dgm:pt>
    <dgm:pt modelId="{01549488-6060-4FD2-81FC-B3ACBBC71806}" type="parTrans" cxnId="{4BCABADB-8FAC-49F2-9A8D-85F85433238F}">
      <dgm:prSet/>
      <dgm:spPr/>
      <dgm:t>
        <a:bodyPr/>
        <a:lstStyle/>
        <a:p>
          <a:endParaRPr lang="en-US"/>
        </a:p>
      </dgm:t>
    </dgm:pt>
    <dgm:pt modelId="{B8DA193F-36D4-4EDE-8EAE-53248BFACFE0}" type="sibTrans" cxnId="{4BCABADB-8FAC-49F2-9A8D-85F85433238F}">
      <dgm:prSet/>
      <dgm:spPr/>
      <dgm:t>
        <a:bodyPr/>
        <a:lstStyle/>
        <a:p>
          <a:endParaRPr lang="en-US"/>
        </a:p>
      </dgm:t>
    </dgm:pt>
    <dgm:pt modelId="{5FEF6185-F402-4E27-8D2D-0906B5DC9042}">
      <dgm:prSet/>
      <dgm:spPr/>
      <dgm:t>
        <a:bodyPr/>
        <a:lstStyle/>
        <a:p>
          <a:r>
            <a:rPr lang="en-US"/>
            <a:t>• Demonstrate contextual conversation</a:t>
          </a:r>
        </a:p>
      </dgm:t>
    </dgm:pt>
    <dgm:pt modelId="{73E6AC8E-59E4-45E4-A9E1-76B38A32E1A9}" type="parTrans" cxnId="{95D2BF3B-ADEF-4F1B-9263-391B95E39934}">
      <dgm:prSet/>
      <dgm:spPr/>
      <dgm:t>
        <a:bodyPr/>
        <a:lstStyle/>
        <a:p>
          <a:endParaRPr lang="en-US"/>
        </a:p>
      </dgm:t>
    </dgm:pt>
    <dgm:pt modelId="{957978CA-8B7C-48B1-A7E7-81CD15D2023F}" type="sibTrans" cxnId="{95D2BF3B-ADEF-4F1B-9263-391B95E39934}">
      <dgm:prSet/>
      <dgm:spPr/>
      <dgm:t>
        <a:bodyPr/>
        <a:lstStyle/>
        <a:p>
          <a:endParaRPr lang="en-US"/>
        </a:p>
      </dgm:t>
    </dgm:pt>
    <dgm:pt modelId="{368637FA-A0ED-8E41-A08E-B7D092CB3544}" type="pres">
      <dgm:prSet presAssocID="{CE7C2CE8-7A96-4A6C-9842-0714FC7ECE89}" presName="linear" presStyleCnt="0">
        <dgm:presLayoutVars>
          <dgm:animLvl val="lvl"/>
          <dgm:resizeHandles val="exact"/>
        </dgm:presLayoutVars>
      </dgm:prSet>
      <dgm:spPr/>
    </dgm:pt>
    <dgm:pt modelId="{8B139687-4620-A14A-B156-7E6B4BD380CE}" type="pres">
      <dgm:prSet presAssocID="{DDCB3F97-B203-4A16-8F4E-FF446A1FF9A4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6EE0EE56-90C7-2944-BD6A-E61CD23145BD}" type="pres">
      <dgm:prSet presAssocID="{38011892-04ED-4131-82F0-DA31B2898E6E}" presName="spacer" presStyleCnt="0"/>
      <dgm:spPr/>
    </dgm:pt>
    <dgm:pt modelId="{143CF724-6114-6A4A-908B-462E7A8DFB63}" type="pres">
      <dgm:prSet presAssocID="{F1C2DEBC-6C6B-4C01-9707-D097C1E965E2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5279B5F4-B2C8-1E45-B9B5-E8D449D4C960}" type="pres">
      <dgm:prSet presAssocID="{EC33AD12-4C3B-4038-AA27-721DA9F6128D}" presName="spacer" presStyleCnt="0"/>
      <dgm:spPr/>
    </dgm:pt>
    <dgm:pt modelId="{B2365514-B7F9-084E-9B92-89DB217DBE59}" type="pres">
      <dgm:prSet presAssocID="{F69B59BE-B65B-4CF5-8DBD-F68766286DDA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EFFC6C9B-99C9-1841-A26C-675E6102BD02}" type="pres">
      <dgm:prSet presAssocID="{E196ED49-44E8-4662-AA6B-AE2A9822D357}" presName="spacer" presStyleCnt="0"/>
      <dgm:spPr/>
    </dgm:pt>
    <dgm:pt modelId="{37B235DB-D648-034E-9566-422D68858240}" type="pres">
      <dgm:prSet presAssocID="{542F9E02-46E5-4C0D-B977-C8179A14AE21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4213CBB0-DB3D-3E48-A442-AAA22CBCCE08}" type="pres">
      <dgm:prSet presAssocID="{EC22E4D2-F1AD-48D2-A417-A2C2877E7073}" presName="spacer" presStyleCnt="0"/>
      <dgm:spPr/>
    </dgm:pt>
    <dgm:pt modelId="{8F092FD5-81DB-C141-93E7-2D5B51B4DBFA}" type="pres">
      <dgm:prSet presAssocID="{CC29FF8B-A841-45AB-8C32-A0FE7F3ABEF5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E28AEEE0-008A-AC40-8EB7-21F7959318A0}" type="pres">
      <dgm:prSet presAssocID="{46D93D31-BA4B-43B0-AEDC-0B4D01051A60}" presName="spacer" presStyleCnt="0"/>
      <dgm:spPr/>
    </dgm:pt>
    <dgm:pt modelId="{4FB2D852-A197-F44E-8717-5FCE18C11FFD}" type="pres">
      <dgm:prSet presAssocID="{A7D597FC-2361-4BD5-9EDD-A9CDC444E89C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C0F58275-D03E-C54B-B8B3-E3FFB9D902A0}" type="pres">
      <dgm:prSet presAssocID="{40A46AD3-FEEF-4C35-A6CE-5E50896FD917}" presName="spacer" presStyleCnt="0"/>
      <dgm:spPr/>
    </dgm:pt>
    <dgm:pt modelId="{B004DD2E-D8AF-3D47-B8ED-FAB1E0F48AF5}" type="pres">
      <dgm:prSet presAssocID="{AF73E420-E9F3-4C2A-8E9D-293C2DEF2F0D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6C116866-A65D-FF44-9880-4195149D5804}" type="pres">
      <dgm:prSet presAssocID="{BE0854CA-3093-4A55-A510-A042D6ED2A54}" presName="spacer" presStyleCnt="0"/>
      <dgm:spPr/>
    </dgm:pt>
    <dgm:pt modelId="{8943D701-856B-3B48-AB14-0C188D29E17A}" type="pres">
      <dgm:prSet presAssocID="{66A02891-DB59-464B-973B-437B4D30FE78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A98E7A0F-5189-1A43-9CC6-6DD9637FC59E}" type="pres">
      <dgm:prSet presAssocID="{B8DA193F-36D4-4EDE-8EAE-53248BFACFE0}" presName="spacer" presStyleCnt="0"/>
      <dgm:spPr/>
    </dgm:pt>
    <dgm:pt modelId="{F766FA09-FFF2-0242-B49C-792D70CD0C5C}" type="pres">
      <dgm:prSet presAssocID="{5FEF6185-F402-4E27-8D2D-0906B5DC9042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27244407-F83B-E947-80CC-2D4B80DA6BAF}" type="presOf" srcId="{5FEF6185-F402-4E27-8D2D-0906B5DC9042}" destId="{F766FA09-FFF2-0242-B49C-792D70CD0C5C}" srcOrd="0" destOrd="0" presId="urn:microsoft.com/office/officeart/2005/8/layout/vList2"/>
    <dgm:cxn modelId="{2C5DBA20-CE47-44E3-B672-D5E1FF246AB9}" srcId="{CE7C2CE8-7A96-4A6C-9842-0714FC7ECE89}" destId="{AF73E420-E9F3-4C2A-8E9D-293C2DEF2F0D}" srcOrd="6" destOrd="0" parTransId="{67F683F5-CD62-4AB5-B176-E08855D42C28}" sibTransId="{BE0854CA-3093-4A55-A510-A042D6ED2A54}"/>
    <dgm:cxn modelId="{467F2324-80EF-40E1-992A-B13A282A9D32}" srcId="{CE7C2CE8-7A96-4A6C-9842-0714FC7ECE89}" destId="{F69B59BE-B65B-4CF5-8DBD-F68766286DDA}" srcOrd="2" destOrd="0" parTransId="{B9EE5284-F349-4310-9B60-F6774A72DCAC}" sibTransId="{E196ED49-44E8-4662-AA6B-AE2A9822D357}"/>
    <dgm:cxn modelId="{945B1028-87D2-477C-A7A3-CB1590180577}" srcId="{CE7C2CE8-7A96-4A6C-9842-0714FC7ECE89}" destId="{CC29FF8B-A841-45AB-8C32-A0FE7F3ABEF5}" srcOrd="4" destOrd="0" parTransId="{898D54A1-4E12-47EF-808E-7B04F6BB8A1B}" sibTransId="{46D93D31-BA4B-43B0-AEDC-0B4D01051A60}"/>
    <dgm:cxn modelId="{1DD6982A-1F53-F143-9391-07FEF2D0580C}" type="presOf" srcId="{CE7C2CE8-7A96-4A6C-9842-0714FC7ECE89}" destId="{368637FA-A0ED-8E41-A08E-B7D092CB3544}" srcOrd="0" destOrd="0" presId="urn:microsoft.com/office/officeart/2005/8/layout/vList2"/>
    <dgm:cxn modelId="{B541AD3A-15DB-C44B-98EF-506E8E1A20C4}" type="presOf" srcId="{F69B59BE-B65B-4CF5-8DBD-F68766286DDA}" destId="{B2365514-B7F9-084E-9B92-89DB217DBE59}" srcOrd="0" destOrd="0" presId="urn:microsoft.com/office/officeart/2005/8/layout/vList2"/>
    <dgm:cxn modelId="{95D2BF3B-ADEF-4F1B-9263-391B95E39934}" srcId="{CE7C2CE8-7A96-4A6C-9842-0714FC7ECE89}" destId="{5FEF6185-F402-4E27-8D2D-0906B5DC9042}" srcOrd="8" destOrd="0" parTransId="{73E6AC8E-59E4-45E4-A9E1-76B38A32E1A9}" sibTransId="{957978CA-8B7C-48B1-A7E7-81CD15D2023F}"/>
    <dgm:cxn modelId="{419F5D55-40FB-F34D-8BB4-EB836C686FCC}" type="presOf" srcId="{66A02891-DB59-464B-973B-437B4D30FE78}" destId="{8943D701-856B-3B48-AB14-0C188D29E17A}" srcOrd="0" destOrd="0" presId="urn:microsoft.com/office/officeart/2005/8/layout/vList2"/>
    <dgm:cxn modelId="{06F9D57A-14F1-3441-99D0-DC7D10E5BF0E}" type="presOf" srcId="{CC29FF8B-A841-45AB-8C32-A0FE7F3ABEF5}" destId="{8F092FD5-81DB-C141-93E7-2D5B51B4DBFA}" srcOrd="0" destOrd="0" presId="urn:microsoft.com/office/officeart/2005/8/layout/vList2"/>
    <dgm:cxn modelId="{12A9F682-75B4-8B49-A42E-A99B609E7439}" type="presOf" srcId="{F1C2DEBC-6C6B-4C01-9707-D097C1E965E2}" destId="{143CF724-6114-6A4A-908B-462E7A8DFB63}" srcOrd="0" destOrd="0" presId="urn:microsoft.com/office/officeart/2005/8/layout/vList2"/>
    <dgm:cxn modelId="{BDB75688-FBAB-E24D-AD53-CA18F8DA946D}" type="presOf" srcId="{AF73E420-E9F3-4C2A-8E9D-293C2DEF2F0D}" destId="{B004DD2E-D8AF-3D47-B8ED-FAB1E0F48AF5}" srcOrd="0" destOrd="0" presId="urn:microsoft.com/office/officeart/2005/8/layout/vList2"/>
    <dgm:cxn modelId="{21388AA1-F8FA-1149-895C-F04E80E9C464}" type="presOf" srcId="{DDCB3F97-B203-4A16-8F4E-FF446A1FF9A4}" destId="{8B139687-4620-A14A-B156-7E6B4BD380CE}" srcOrd="0" destOrd="0" presId="urn:microsoft.com/office/officeart/2005/8/layout/vList2"/>
    <dgm:cxn modelId="{AD23D3A8-E027-4612-A5A3-DA5E6FAFCCFB}" srcId="{CE7C2CE8-7A96-4A6C-9842-0714FC7ECE89}" destId="{A7D597FC-2361-4BD5-9EDD-A9CDC444E89C}" srcOrd="5" destOrd="0" parTransId="{58D165A3-852E-4BEC-A0CA-A68B9D50929D}" sibTransId="{40A46AD3-FEEF-4C35-A6CE-5E50896FD917}"/>
    <dgm:cxn modelId="{E3B3E0AC-96A7-4CD9-89BE-526845237C10}" srcId="{CE7C2CE8-7A96-4A6C-9842-0714FC7ECE89}" destId="{F1C2DEBC-6C6B-4C01-9707-D097C1E965E2}" srcOrd="1" destOrd="0" parTransId="{773D2252-4AD4-4664-9886-BDE213B55A49}" sibTransId="{EC33AD12-4C3B-4038-AA27-721DA9F6128D}"/>
    <dgm:cxn modelId="{F6BCB2BD-E122-A246-9C07-5DD7FAF352FD}" type="presOf" srcId="{A7D597FC-2361-4BD5-9EDD-A9CDC444E89C}" destId="{4FB2D852-A197-F44E-8717-5FCE18C11FFD}" srcOrd="0" destOrd="0" presId="urn:microsoft.com/office/officeart/2005/8/layout/vList2"/>
    <dgm:cxn modelId="{AF6711C9-BA46-3642-8109-ABA8D1F54ACB}" type="presOf" srcId="{542F9E02-46E5-4C0D-B977-C8179A14AE21}" destId="{37B235DB-D648-034E-9566-422D68858240}" srcOrd="0" destOrd="0" presId="urn:microsoft.com/office/officeart/2005/8/layout/vList2"/>
    <dgm:cxn modelId="{4BCABADB-8FAC-49F2-9A8D-85F85433238F}" srcId="{CE7C2CE8-7A96-4A6C-9842-0714FC7ECE89}" destId="{66A02891-DB59-464B-973B-437B4D30FE78}" srcOrd="7" destOrd="0" parTransId="{01549488-6060-4FD2-81FC-B3ACBBC71806}" sibTransId="{B8DA193F-36D4-4EDE-8EAE-53248BFACFE0}"/>
    <dgm:cxn modelId="{945386DF-0DBD-40E7-84D2-3F781637B93D}" srcId="{CE7C2CE8-7A96-4A6C-9842-0714FC7ECE89}" destId="{DDCB3F97-B203-4A16-8F4E-FF446A1FF9A4}" srcOrd="0" destOrd="0" parTransId="{15C9B0AF-4263-4B51-900C-72B35D5BCEEC}" sibTransId="{38011892-04ED-4131-82F0-DA31B2898E6E}"/>
    <dgm:cxn modelId="{127FFDF0-EB9B-4296-9558-D332DC08BF2A}" srcId="{CE7C2CE8-7A96-4A6C-9842-0714FC7ECE89}" destId="{542F9E02-46E5-4C0D-B977-C8179A14AE21}" srcOrd="3" destOrd="0" parTransId="{740B59B7-66F8-40F1-A4FA-E29E0F4FAE68}" sibTransId="{EC22E4D2-F1AD-48D2-A417-A2C2877E7073}"/>
    <dgm:cxn modelId="{0B3F1FC1-B175-0547-B8F0-A1E8ADABE720}" type="presParOf" srcId="{368637FA-A0ED-8E41-A08E-B7D092CB3544}" destId="{8B139687-4620-A14A-B156-7E6B4BD380CE}" srcOrd="0" destOrd="0" presId="urn:microsoft.com/office/officeart/2005/8/layout/vList2"/>
    <dgm:cxn modelId="{43A3BFCE-E4C5-C64E-85CB-22FC5D9EABB4}" type="presParOf" srcId="{368637FA-A0ED-8E41-A08E-B7D092CB3544}" destId="{6EE0EE56-90C7-2944-BD6A-E61CD23145BD}" srcOrd="1" destOrd="0" presId="urn:microsoft.com/office/officeart/2005/8/layout/vList2"/>
    <dgm:cxn modelId="{70D8DF3B-1BEF-7346-BA52-08C3AE203139}" type="presParOf" srcId="{368637FA-A0ED-8E41-A08E-B7D092CB3544}" destId="{143CF724-6114-6A4A-908B-462E7A8DFB63}" srcOrd="2" destOrd="0" presId="urn:microsoft.com/office/officeart/2005/8/layout/vList2"/>
    <dgm:cxn modelId="{D5EDF8B9-CF56-2A42-B842-0A80FBC1E58D}" type="presParOf" srcId="{368637FA-A0ED-8E41-A08E-B7D092CB3544}" destId="{5279B5F4-B2C8-1E45-B9B5-E8D449D4C960}" srcOrd="3" destOrd="0" presId="urn:microsoft.com/office/officeart/2005/8/layout/vList2"/>
    <dgm:cxn modelId="{AC28390F-B7E6-7B4E-A7CB-25B05C926F8C}" type="presParOf" srcId="{368637FA-A0ED-8E41-A08E-B7D092CB3544}" destId="{B2365514-B7F9-084E-9B92-89DB217DBE59}" srcOrd="4" destOrd="0" presId="urn:microsoft.com/office/officeart/2005/8/layout/vList2"/>
    <dgm:cxn modelId="{5A3B1364-0274-F24E-ADD9-E676C3A7C886}" type="presParOf" srcId="{368637FA-A0ED-8E41-A08E-B7D092CB3544}" destId="{EFFC6C9B-99C9-1841-A26C-675E6102BD02}" srcOrd="5" destOrd="0" presId="urn:microsoft.com/office/officeart/2005/8/layout/vList2"/>
    <dgm:cxn modelId="{9AEEE1D5-D664-A948-B7C6-05A598B8BAD0}" type="presParOf" srcId="{368637FA-A0ED-8E41-A08E-B7D092CB3544}" destId="{37B235DB-D648-034E-9566-422D68858240}" srcOrd="6" destOrd="0" presId="urn:microsoft.com/office/officeart/2005/8/layout/vList2"/>
    <dgm:cxn modelId="{AB2743EE-4AAC-C449-9B2D-E3F8131AAECE}" type="presParOf" srcId="{368637FA-A0ED-8E41-A08E-B7D092CB3544}" destId="{4213CBB0-DB3D-3E48-A442-AAA22CBCCE08}" srcOrd="7" destOrd="0" presId="urn:microsoft.com/office/officeart/2005/8/layout/vList2"/>
    <dgm:cxn modelId="{F063276A-2CF1-9E48-9C89-982D11D48D18}" type="presParOf" srcId="{368637FA-A0ED-8E41-A08E-B7D092CB3544}" destId="{8F092FD5-81DB-C141-93E7-2D5B51B4DBFA}" srcOrd="8" destOrd="0" presId="urn:microsoft.com/office/officeart/2005/8/layout/vList2"/>
    <dgm:cxn modelId="{59830B8F-14E7-A545-900A-1671D7F6E914}" type="presParOf" srcId="{368637FA-A0ED-8E41-A08E-B7D092CB3544}" destId="{E28AEEE0-008A-AC40-8EB7-21F7959318A0}" srcOrd="9" destOrd="0" presId="urn:microsoft.com/office/officeart/2005/8/layout/vList2"/>
    <dgm:cxn modelId="{3D5656DF-523F-584A-9796-EB8FD6215854}" type="presParOf" srcId="{368637FA-A0ED-8E41-A08E-B7D092CB3544}" destId="{4FB2D852-A197-F44E-8717-5FCE18C11FFD}" srcOrd="10" destOrd="0" presId="urn:microsoft.com/office/officeart/2005/8/layout/vList2"/>
    <dgm:cxn modelId="{6BFB3E3F-10DD-F646-8532-013D9FB91355}" type="presParOf" srcId="{368637FA-A0ED-8E41-A08E-B7D092CB3544}" destId="{C0F58275-D03E-C54B-B8B3-E3FFB9D902A0}" srcOrd="11" destOrd="0" presId="urn:microsoft.com/office/officeart/2005/8/layout/vList2"/>
    <dgm:cxn modelId="{E59CFA62-1BCC-2D4D-95A5-ECB6B1881C4C}" type="presParOf" srcId="{368637FA-A0ED-8E41-A08E-B7D092CB3544}" destId="{B004DD2E-D8AF-3D47-B8ED-FAB1E0F48AF5}" srcOrd="12" destOrd="0" presId="urn:microsoft.com/office/officeart/2005/8/layout/vList2"/>
    <dgm:cxn modelId="{8DCAA26A-0EA1-2345-8ACD-C4E17E0AF8B2}" type="presParOf" srcId="{368637FA-A0ED-8E41-A08E-B7D092CB3544}" destId="{6C116866-A65D-FF44-9880-4195149D5804}" srcOrd="13" destOrd="0" presId="urn:microsoft.com/office/officeart/2005/8/layout/vList2"/>
    <dgm:cxn modelId="{57616626-DF77-6341-BC94-E5BD0C13CB1E}" type="presParOf" srcId="{368637FA-A0ED-8E41-A08E-B7D092CB3544}" destId="{8943D701-856B-3B48-AB14-0C188D29E17A}" srcOrd="14" destOrd="0" presId="urn:microsoft.com/office/officeart/2005/8/layout/vList2"/>
    <dgm:cxn modelId="{DC8FCD6F-7109-9E4F-9D4C-6BE1A9A52BBC}" type="presParOf" srcId="{368637FA-A0ED-8E41-A08E-B7D092CB3544}" destId="{A98E7A0F-5189-1A43-9CC6-6DD9637FC59E}" srcOrd="15" destOrd="0" presId="urn:microsoft.com/office/officeart/2005/8/layout/vList2"/>
    <dgm:cxn modelId="{F3E45803-3B4D-D74F-A64C-4BE28BE22422}" type="presParOf" srcId="{368637FA-A0ED-8E41-A08E-B7D092CB3544}" destId="{F766FA09-FFF2-0242-B49C-792D70CD0C5C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B6B28C-ABFD-4103-A307-27E79038717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4507588-C2DE-45DC-92AC-09E1247DF955}">
      <dgm:prSet/>
      <dgm:spPr/>
      <dgm:t>
        <a:bodyPr/>
        <a:lstStyle/>
        <a:p>
          <a:r>
            <a:rPr lang="en-US"/>
            <a:t>🔸 Encoding Strategy</a:t>
          </a:r>
        </a:p>
      </dgm:t>
    </dgm:pt>
    <dgm:pt modelId="{7624A725-8B29-4339-80F9-E3116015FE93}" type="parTrans" cxnId="{78005587-2113-4E0E-8F81-4D6D485C3303}">
      <dgm:prSet/>
      <dgm:spPr/>
      <dgm:t>
        <a:bodyPr/>
        <a:lstStyle/>
        <a:p>
          <a:endParaRPr lang="en-US"/>
        </a:p>
      </dgm:t>
    </dgm:pt>
    <dgm:pt modelId="{CE5E5526-D66F-40A9-AC87-1242977863D5}" type="sibTrans" cxnId="{78005587-2113-4E0E-8F81-4D6D485C3303}">
      <dgm:prSet/>
      <dgm:spPr/>
      <dgm:t>
        <a:bodyPr/>
        <a:lstStyle/>
        <a:p>
          <a:endParaRPr lang="en-US"/>
        </a:p>
      </dgm:t>
    </dgm:pt>
    <dgm:pt modelId="{EBC98E22-7225-4381-B5B7-F8D1FC420B6C}">
      <dgm:prSet/>
      <dgm:spPr/>
      <dgm:t>
        <a:bodyPr/>
        <a:lstStyle/>
        <a:p>
          <a:r>
            <a:rPr lang="en-US"/>
            <a:t>Vanilla: Direct mapping to latent space</a:t>
          </a:r>
        </a:p>
      </dgm:t>
    </dgm:pt>
    <dgm:pt modelId="{6993C1AE-C876-4CE2-B082-18A7EEEFFE68}" type="parTrans" cxnId="{6C8D9DA4-7608-47C1-A858-50C5F4982FE2}">
      <dgm:prSet/>
      <dgm:spPr/>
      <dgm:t>
        <a:bodyPr/>
        <a:lstStyle/>
        <a:p>
          <a:endParaRPr lang="en-US"/>
        </a:p>
      </dgm:t>
    </dgm:pt>
    <dgm:pt modelId="{19719179-9180-418A-BAC2-964652BB6272}" type="sibTrans" cxnId="{6C8D9DA4-7608-47C1-A858-50C5F4982FE2}">
      <dgm:prSet/>
      <dgm:spPr/>
      <dgm:t>
        <a:bodyPr/>
        <a:lstStyle/>
        <a:p>
          <a:endParaRPr lang="en-US"/>
        </a:p>
      </dgm:t>
    </dgm:pt>
    <dgm:pt modelId="{C6C3B7FB-74AF-4152-A6D3-1D74DC014CC5}">
      <dgm:prSet/>
      <dgm:spPr/>
      <dgm:t>
        <a:bodyPr/>
        <a:lstStyle/>
        <a:p>
          <a:r>
            <a:rPr lang="en-US"/>
            <a:t>VAE: Probabilistic sampling using reparameterization trick</a:t>
          </a:r>
        </a:p>
      </dgm:t>
    </dgm:pt>
    <dgm:pt modelId="{6632B821-35A0-4933-8209-2E72D08BA364}" type="parTrans" cxnId="{F6AFA051-19E6-4595-8A0B-39506C01ED9D}">
      <dgm:prSet/>
      <dgm:spPr/>
      <dgm:t>
        <a:bodyPr/>
        <a:lstStyle/>
        <a:p>
          <a:endParaRPr lang="en-US"/>
        </a:p>
      </dgm:t>
    </dgm:pt>
    <dgm:pt modelId="{35A8E85D-71FD-4A44-B277-929143581713}" type="sibTrans" cxnId="{F6AFA051-19E6-4595-8A0B-39506C01ED9D}">
      <dgm:prSet/>
      <dgm:spPr/>
      <dgm:t>
        <a:bodyPr/>
        <a:lstStyle/>
        <a:p>
          <a:endParaRPr lang="en-US"/>
        </a:p>
      </dgm:t>
    </dgm:pt>
    <dgm:pt modelId="{32163449-C4E8-4B7F-B460-2851B94AEFD1}">
      <dgm:prSet/>
      <dgm:spPr/>
      <dgm:t>
        <a:bodyPr/>
        <a:lstStyle/>
        <a:p>
          <a:r>
            <a:rPr lang="en-US"/>
            <a:t>🔸 Loss Function</a:t>
          </a:r>
        </a:p>
      </dgm:t>
    </dgm:pt>
    <dgm:pt modelId="{7A9C02C6-C26E-4206-997F-0C218447545F}" type="parTrans" cxnId="{857E3447-0DCD-4C42-BE7E-7239AC667CFC}">
      <dgm:prSet/>
      <dgm:spPr/>
      <dgm:t>
        <a:bodyPr/>
        <a:lstStyle/>
        <a:p>
          <a:endParaRPr lang="en-US"/>
        </a:p>
      </dgm:t>
    </dgm:pt>
    <dgm:pt modelId="{ABA9C4AC-6115-4704-8DB3-745C38C6E1A2}" type="sibTrans" cxnId="{857E3447-0DCD-4C42-BE7E-7239AC667CFC}">
      <dgm:prSet/>
      <dgm:spPr/>
      <dgm:t>
        <a:bodyPr/>
        <a:lstStyle/>
        <a:p>
          <a:endParaRPr lang="en-US"/>
        </a:p>
      </dgm:t>
    </dgm:pt>
    <dgm:pt modelId="{F070D356-7ED6-4F1C-AA1A-D59A19A03543}">
      <dgm:prSet/>
      <dgm:spPr/>
      <dgm:t>
        <a:bodyPr/>
        <a:lstStyle/>
        <a:p>
          <a:r>
            <a:rPr lang="en-US"/>
            <a:t>Vanilla: MSE only (reconstruction error)</a:t>
          </a:r>
        </a:p>
      </dgm:t>
    </dgm:pt>
    <dgm:pt modelId="{79EF894D-8313-44F2-A3C4-5D3C4C928A3E}" type="parTrans" cxnId="{99BC00BB-3884-49D3-A4D9-6A044D839BD2}">
      <dgm:prSet/>
      <dgm:spPr/>
      <dgm:t>
        <a:bodyPr/>
        <a:lstStyle/>
        <a:p>
          <a:endParaRPr lang="en-US"/>
        </a:p>
      </dgm:t>
    </dgm:pt>
    <dgm:pt modelId="{2B7144A1-1C65-4842-9AC4-ED889B3734F9}" type="sibTrans" cxnId="{99BC00BB-3884-49D3-A4D9-6A044D839BD2}">
      <dgm:prSet/>
      <dgm:spPr/>
      <dgm:t>
        <a:bodyPr/>
        <a:lstStyle/>
        <a:p>
          <a:endParaRPr lang="en-US"/>
        </a:p>
      </dgm:t>
    </dgm:pt>
    <dgm:pt modelId="{D55E8D86-1BF6-4601-9789-237B144DCD14}">
      <dgm:prSet/>
      <dgm:spPr/>
      <dgm:t>
        <a:bodyPr/>
        <a:lstStyle/>
        <a:p>
          <a:r>
            <a:rPr lang="en-US"/>
            <a:t>VAE: Reconstruction loss + KL divergence (regularization)</a:t>
          </a:r>
        </a:p>
      </dgm:t>
    </dgm:pt>
    <dgm:pt modelId="{9F58F8B5-85A9-4EE4-B097-A9F137206B13}" type="parTrans" cxnId="{8F22B1F5-91D7-48EB-9F30-C47359B44E06}">
      <dgm:prSet/>
      <dgm:spPr/>
      <dgm:t>
        <a:bodyPr/>
        <a:lstStyle/>
        <a:p>
          <a:endParaRPr lang="en-US"/>
        </a:p>
      </dgm:t>
    </dgm:pt>
    <dgm:pt modelId="{63285957-B2F4-473A-8CC6-7A058E4D5A89}" type="sibTrans" cxnId="{8F22B1F5-91D7-48EB-9F30-C47359B44E06}">
      <dgm:prSet/>
      <dgm:spPr/>
      <dgm:t>
        <a:bodyPr/>
        <a:lstStyle/>
        <a:p>
          <a:endParaRPr lang="en-US"/>
        </a:p>
      </dgm:t>
    </dgm:pt>
    <dgm:pt modelId="{A626FBBB-BB10-4B55-A498-38CFA2AE47CD}">
      <dgm:prSet/>
      <dgm:spPr/>
      <dgm:t>
        <a:bodyPr/>
        <a:lstStyle/>
        <a:p>
          <a:r>
            <a:rPr lang="en-US"/>
            <a:t>🔸 Latent Space Structure</a:t>
          </a:r>
        </a:p>
      </dgm:t>
    </dgm:pt>
    <dgm:pt modelId="{9D54C6A4-F125-41C4-8D21-4C0E9E6D8EEC}" type="parTrans" cxnId="{925447BA-4099-4A33-B64C-31752B4D6BA3}">
      <dgm:prSet/>
      <dgm:spPr/>
      <dgm:t>
        <a:bodyPr/>
        <a:lstStyle/>
        <a:p>
          <a:endParaRPr lang="en-US"/>
        </a:p>
      </dgm:t>
    </dgm:pt>
    <dgm:pt modelId="{5E4758E1-1C35-4FF3-B850-3FC3263DC950}" type="sibTrans" cxnId="{925447BA-4099-4A33-B64C-31752B4D6BA3}">
      <dgm:prSet/>
      <dgm:spPr/>
      <dgm:t>
        <a:bodyPr/>
        <a:lstStyle/>
        <a:p>
          <a:endParaRPr lang="en-US"/>
        </a:p>
      </dgm:t>
    </dgm:pt>
    <dgm:pt modelId="{B8D058F0-1E91-4902-9193-CA0308AEEA55}">
      <dgm:prSet/>
      <dgm:spPr/>
      <dgm:t>
        <a:bodyPr/>
        <a:lstStyle/>
        <a:p>
          <a:r>
            <a:rPr lang="en-US"/>
            <a:t>Vanilla: Irregular, unstructured</a:t>
          </a:r>
        </a:p>
      </dgm:t>
    </dgm:pt>
    <dgm:pt modelId="{60B90CEC-E73D-4366-B67F-FF1C77A84948}" type="parTrans" cxnId="{EA709318-85CB-4769-BB46-88BD1601FB33}">
      <dgm:prSet/>
      <dgm:spPr/>
      <dgm:t>
        <a:bodyPr/>
        <a:lstStyle/>
        <a:p>
          <a:endParaRPr lang="en-US"/>
        </a:p>
      </dgm:t>
    </dgm:pt>
    <dgm:pt modelId="{C3813270-8A7A-4FA5-8051-F21028228E16}" type="sibTrans" cxnId="{EA709318-85CB-4769-BB46-88BD1601FB33}">
      <dgm:prSet/>
      <dgm:spPr/>
      <dgm:t>
        <a:bodyPr/>
        <a:lstStyle/>
        <a:p>
          <a:endParaRPr lang="en-US"/>
        </a:p>
      </dgm:t>
    </dgm:pt>
    <dgm:pt modelId="{F5E30BDE-0ECF-40BC-BFF2-BD94E2B4338D}">
      <dgm:prSet/>
      <dgm:spPr/>
      <dgm:t>
        <a:bodyPr/>
        <a:lstStyle/>
        <a:p>
          <a:r>
            <a:rPr lang="en-US"/>
            <a:t>VAE: Continuous, regularized, normally distributed</a:t>
          </a:r>
        </a:p>
      </dgm:t>
    </dgm:pt>
    <dgm:pt modelId="{344CE857-E22F-47E9-BE41-744E4BC24085}" type="parTrans" cxnId="{AB8E29A5-FBDF-41DB-94A9-609887000775}">
      <dgm:prSet/>
      <dgm:spPr/>
      <dgm:t>
        <a:bodyPr/>
        <a:lstStyle/>
        <a:p>
          <a:endParaRPr lang="en-US"/>
        </a:p>
      </dgm:t>
    </dgm:pt>
    <dgm:pt modelId="{89B5E985-DF86-4E19-B931-511D93A09EBF}" type="sibTrans" cxnId="{AB8E29A5-FBDF-41DB-94A9-609887000775}">
      <dgm:prSet/>
      <dgm:spPr/>
      <dgm:t>
        <a:bodyPr/>
        <a:lstStyle/>
        <a:p>
          <a:endParaRPr lang="en-US"/>
        </a:p>
      </dgm:t>
    </dgm:pt>
    <dgm:pt modelId="{0F702EF5-86F8-E749-A44A-CF31ADC357B5}" type="pres">
      <dgm:prSet presAssocID="{39B6B28C-ABFD-4103-A307-27E790387178}" presName="linear" presStyleCnt="0">
        <dgm:presLayoutVars>
          <dgm:animLvl val="lvl"/>
          <dgm:resizeHandles val="exact"/>
        </dgm:presLayoutVars>
      </dgm:prSet>
      <dgm:spPr/>
    </dgm:pt>
    <dgm:pt modelId="{5A124D33-AFD5-804A-911D-F0BAA1EBAA32}" type="pres">
      <dgm:prSet presAssocID="{14507588-C2DE-45DC-92AC-09E1247DF955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1E935F8C-81D9-714C-92B0-F95C4E13D898}" type="pres">
      <dgm:prSet presAssocID="{CE5E5526-D66F-40A9-AC87-1242977863D5}" presName="spacer" presStyleCnt="0"/>
      <dgm:spPr/>
    </dgm:pt>
    <dgm:pt modelId="{BB50EF6A-E596-4747-8F89-F1348D416360}" type="pres">
      <dgm:prSet presAssocID="{EBC98E22-7225-4381-B5B7-F8D1FC420B6C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DD2A26BB-A9E6-3741-8703-79F8CFC654F5}" type="pres">
      <dgm:prSet presAssocID="{19719179-9180-418A-BAC2-964652BB6272}" presName="spacer" presStyleCnt="0"/>
      <dgm:spPr/>
    </dgm:pt>
    <dgm:pt modelId="{BA29AFC9-C83D-2E42-989B-34A2D189F30F}" type="pres">
      <dgm:prSet presAssocID="{C6C3B7FB-74AF-4152-A6D3-1D74DC014CC5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3F1D91BA-4251-7E4C-9E47-1164FCAD48A9}" type="pres">
      <dgm:prSet presAssocID="{35A8E85D-71FD-4A44-B277-929143581713}" presName="spacer" presStyleCnt="0"/>
      <dgm:spPr/>
    </dgm:pt>
    <dgm:pt modelId="{7F23C986-6D87-F643-A32D-A6A07861B1BD}" type="pres">
      <dgm:prSet presAssocID="{32163449-C4E8-4B7F-B460-2851B94AEFD1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693A6F97-FD99-134D-87D5-B8CE8366B5A2}" type="pres">
      <dgm:prSet presAssocID="{ABA9C4AC-6115-4704-8DB3-745C38C6E1A2}" presName="spacer" presStyleCnt="0"/>
      <dgm:spPr/>
    </dgm:pt>
    <dgm:pt modelId="{2E904728-473A-394F-9A16-AE243128205A}" type="pres">
      <dgm:prSet presAssocID="{F070D356-7ED6-4F1C-AA1A-D59A19A03543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2406350B-A765-3B4B-9E0C-F3944B633DC9}" type="pres">
      <dgm:prSet presAssocID="{2B7144A1-1C65-4842-9AC4-ED889B3734F9}" presName="spacer" presStyleCnt="0"/>
      <dgm:spPr/>
    </dgm:pt>
    <dgm:pt modelId="{6FBEA9A3-0A5B-0E42-80CD-A57F11776845}" type="pres">
      <dgm:prSet presAssocID="{D55E8D86-1BF6-4601-9789-237B144DCD14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C68F4A07-82A6-5044-AFFC-40B6CD5879A3}" type="pres">
      <dgm:prSet presAssocID="{63285957-B2F4-473A-8CC6-7A058E4D5A89}" presName="spacer" presStyleCnt="0"/>
      <dgm:spPr/>
    </dgm:pt>
    <dgm:pt modelId="{44791E60-B3CE-4A4A-B22C-7C1092AED335}" type="pres">
      <dgm:prSet presAssocID="{A626FBBB-BB10-4B55-A498-38CFA2AE47CD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B3BA7455-90E3-1442-A3CC-FE12E5369085}" type="pres">
      <dgm:prSet presAssocID="{5E4758E1-1C35-4FF3-B850-3FC3263DC950}" presName="spacer" presStyleCnt="0"/>
      <dgm:spPr/>
    </dgm:pt>
    <dgm:pt modelId="{F42BC0D6-E291-8341-B66F-ACD99430CC79}" type="pres">
      <dgm:prSet presAssocID="{B8D058F0-1E91-4902-9193-CA0308AEEA55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4F51FDBF-A45E-CD4F-814B-9713FBA089ED}" type="pres">
      <dgm:prSet presAssocID="{C3813270-8A7A-4FA5-8051-F21028228E16}" presName="spacer" presStyleCnt="0"/>
      <dgm:spPr/>
    </dgm:pt>
    <dgm:pt modelId="{806CA68D-7374-6949-AFEB-7030B15823D9}" type="pres">
      <dgm:prSet presAssocID="{F5E30BDE-0ECF-40BC-BFF2-BD94E2B4338D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EA709318-85CB-4769-BB46-88BD1601FB33}" srcId="{39B6B28C-ABFD-4103-A307-27E790387178}" destId="{B8D058F0-1E91-4902-9193-CA0308AEEA55}" srcOrd="7" destOrd="0" parTransId="{60B90CEC-E73D-4366-B67F-FF1C77A84948}" sibTransId="{C3813270-8A7A-4FA5-8051-F21028228E16}"/>
    <dgm:cxn modelId="{E973A023-13FC-DC41-AC7A-F8C85FE12511}" type="presOf" srcId="{F070D356-7ED6-4F1C-AA1A-D59A19A03543}" destId="{2E904728-473A-394F-9A16-AE243128205A}" srcOrd="0" destOrd="0" presId="urn:microsoft.com/office/officeart/2005/8/layout/vList2"/>
    <dgm:cxn modelId="{95871638-9989-084A-9020-00DCCA0270E7}" type="presOf" srcId="{F5E30BDE-0ECF-40BC-BFF2-BD94E2B4338D}" destId="{806CA68D-7374-6949-AFEB-7030B15823D9}" srcOrd="0" destOrd="0" presId="urn:microsoft.com/office/officeart/2005/8/layout/vList2"/>
    <dgm:cxn modelId="{C6480E42-C10A-4F43-9347-38CA1E09C7A1}" type="presOf" srcId="{D55E8D86-1BF6-4601-9789-237B144DCD14}" destId="{6FBEA9A3-0A5B-0E42-80CD-A57F11776845}" srcOrd="0" destOrd="0" presId="urn:microsoft.com/office/officeart/2005/8/layout/vList2"/>
    <dgm:cxn modelId="{857E3447-0DCD-4C42-BE7E-7239AC667CFC}" srcId="{39B6B28C-ABFD-4103-A307-27E790387178}" destId="{32163449-C4E8-4B7F-B460-2851B94AEFD1}" srcOrd="3" destOrd="0" parTransId="{7A9C02C6-C26E-4206-997F-0C218447545F}" sibTransId="{ABA9C4AC-6115-4704-8DB3-745C38C6E1A2}"/>
    <dgm:cxn modelId="{B8C43A4E-20CD-404D-902E-F0E00B00FB9D}" type="presOf" srcId="{C6C3B7FB-74AF-4152-A6D3-1D74DC014CC5}" destId="{BA29AFC9-C83D-2E42-989B-34A2D189F30F}" srcOrd="0" destOrd="0" presId="urn:microsoft.com/office/officeart/2005/8/layout/vList2"/>
    <dgm:cxn modelId="{F6AFA051-19E6-4595-8A0B-39506C01ED9D}" srcId="{39B6B28C-ABFD-4103-A307-27E790387178}" destId="{C6C3B7FB-74AF-4152-A6D3-1D74DC014CC5}" srcOrd="2" destOrd="0" parTransId="{6632B821-35A0-4933-8209-2E72D08BA364}" sibTransId="{35A8E85D-71FD-4A44-B277-929143581713}"/>
    <dgm:cxn modelId="{F62D5663-5645-334B-BC8A-44EBD2466E22}" type="presOf" srcId="{14507588-C2DE-45DC-92AC-09E1247DF955}" destId="{5A124D33-AFD5-804A-911D-F0BAA1EBAA32}" srcOrd="0" destOrd="0" presId="urn:microsoft.com/office/officeart/2005/8/layout/vList2"/>
    <dgm:cxn modelId="{2EA34866-ACEC-B34B-928E-F4514A985C14}" type="presOf" srcId="{A626FBBB-BB10-4B55-A498-38CFA2AE47CD}" destId="{44791E60-B3CE-4A4A-B22C-7C1092AED335}" srcOrd="0" destOrd="0" presId="urn:microsoft.com/office/officeart/2005/8/layout/vList2"/>
    <dgm:cxn modelId="{78005587-2113-4E0E-8F81-4D6D485C3303}" srcId="{39B6B28C-ABFD-4103-A307-27E790387178}" destId="{14507588-C2DE-45DC-92AC-09E1247DF955}" srcOrd="0" destOrd="0" parTransId="{7624A725-8B29-4339-80F9-E3116015FE93}" sibTransId="{CE5E5526-D66F-40A9-AC87-1242977863D5}"/>
    <dgm:cxn modelId="{865CAF90-6001-F94D-B175-750D65626B88}" type="presOf" srcId="{B8D058F0-1E91-4902-9193-CA0308AEEA55}" destId="{F42BC0D6-E291-8341-B66F-ACD99430CC79}" srcOrd="0" destOrd="0" presId="urn:microsoft.com/office/officeart/2005/8/layout/vList2"/>
    <dgm:cxn modelId="{6C8D9DA4-7608-47C1-A858-50C5F4982FE2}" srcId="{39B6B28C-ABFD-4103-A307-27E790387178}" destId="{EBC98E22-7225-4381-B5B7-F8D1FC420B6C}" srcOrd="1" destOrd="0" parTransId="{6993C1AE-C876-4CE2-B082-18A7EEEFFE68}" sibTransId="{19719179-9180-418A-BAC2-964652BB6272}"/>
    <dgm:cxn modelId="{AB8E29A5-FBDF-41DB-94A9-609887000775}" srcId="{39B6B28C-ABFD-4103-A307-27E790387178}" destId="{F5E30BDE-0ECF-40BC-BFF2-BD94E2B4338D}" srcOrd="8" destOrd="0" parTransId="{344CE857-E22F-47E9-BE41-744E4BC24085}" sibTransId="{89B5E985-DF86-4E19-B931-511D93A09EBF}"/>
    <dgm:cxn modelId="{13589AB9-0767-414C-A4E2-5753ADCD47E9}" type="presOf" srcId="{EBC98E22-7225-4381-B5B7-F8D1FC420B6C}" destId="{BB50EF6A-E596-4747-8F89-F1348D416360}" srcOrd="0" destOrd="0" presId="urn:microsoft.com/office/officeart/2005/8/layout/vList2"/>
    <dgm:cxn modelId="{925447BA-4099-4A33-B64C-31752B4D6BA3}" srcId="{39B6B28C-ABFD-4103-A307-27E790387178}" destId="{A626FBBB-BB10-4B55-A498-38CFA2AE47CD}" srcOrd="6" destOrd="0" parTransId="{9D54C6A4-F125-41C4-8D21-4C0E9E6D8EEC}" sibTransId="{5E4758E1-1C35-4FF3-B850-3FC3263DC950}"/>
    <dgm:cxn modelId="{99BC00BB-3884-49D3-A4D9-6A044D839BD2}" srcId="{39B6B28C-ABFD-4103-A307-27E790387178}" destId="{F070D356-7ED6-4F1C-AA1A-D59A19A03543}" srcOrd="4" destOrd="0" parTransId="{79EF894D-8313-44F2-A3C4-5D3C4C928A3E}" sibTransId="{2B7144A1-1C65-4842-9AC4-ED889B3734F9}"/>
    <dgm:cxn modelId="{B7103CD7-04B5-FA4B-A939-1A1A51AE78B4}" type="presOf" srcId="{32163449-C4E8-4B7F-B460-2851B94AEFD1}" destId="{7F23C986-6D87-F643-A32D-A6A07861B1BD}" srcOrd="0" destOrd="0" presId="urn:microsoft.com/office/officeart/2005/8/layout/vList2"/>
    <dgm:cxn modelId="{45626DDE-5239-B64F-B68A-409B761D11EE}" type="presOf" srcId="{39B6B28C-ABFD-4103-A307-27E790387178}" destId="{0F702EF5-86F8-E749-A44A-CF31ADC357B5}" srcOrd="0" destOrd="0" presId="urn:microsoft.com/office/officeart/2005/8/layout/vList2"/>
    <dgm:cxn modelId="{8F22B1F5-91D7-48EB-9F30-C47359B44E06}" srcId="{39B6B28C-ABFD-4103-A307-27E790387178}" destId="{D55E8D86-1BF6-4601-9789-237B144DCD14}" srcOrd="5" destOrd="0" parTransId="{9F58F8B5-85A9-4EE4-B097-A9F137206B13}" sibTransId="{63285957-B2F4-473A-8CC6-7A058E4D5A89}"/>
    <dgm:cxn modelId="{771243C9-A7F7-D34B-A35C-BF18A96D75F7}" type="presParOf" srcId="{0F702EF5-86F8-E749-A44A-CF31ADC357B5}" destId="{5A124D33-AFD5-804A-911D-F0BAA1EBAA32}" srcOrd="0" destOrd="0" presId="urn:microsoft.com/office/officeart/2005/8/layout/vList2"/>
    <dgm:cxn modelId="{F12BD323-D2CE-1A45-87A1-C2D4E229C631}" type="presParOf" srcId="{0F702EF5-86F8-E749-A44A-CF31ADC357B5}" destId="{1E935F8C-81D9-714C-92B0-F95C4E13D898}" srcOrd="1" destOrd="0" presId="urn:microsoft.com/office/officeart/2005/8/layout/vList2"/>
    <dgm:cxn modelId="{3FDF80C6-5E3C-814C-9F3A-4A42FB30FDD0}" type="presParOf" srcId="{0F702EF5-86F8-E749-A44A-CF31ADC357B5}" destId="{BB50EF6A-E596-4747-8F89-F1348D416360}" srcOrd="2" destOrd="0" presId="urn:microsoft.com/office/officeart/2005/8/layout/vList2"/>
    <dgm:cxn modelId="{2A3EBF41-89CD-B24B-930F-0B28A991D738}" type="presParOf" srcId="{0F702EF5-86F8-E749-A44A-CF31ADC357B5}" destId="{DD2A26BB-A9E6-3741-8703-79F8CFC654F5}" srcOrd="3" destOrd="0" presId="urn:microsoft.com/office/officeart/2005/8/layout/vList2"/>
    <dgm:cxn modelId="{4BE61415-4C3E-7F42-8216-6548559C6B36}" type="presParOf" srcId="{0F702EF5-86F8-E749-A44A-CF31ADC357B5}" destId="{BA29AFC9-C83D-2E42-989B-34A2D189F30F}" srcOrd="4" destOrd="0" presId="urn:microsoft.com/office/officeart/2005/8/layout/vList2"/>
    <dgm:cxn modelId="{7BE81C73-1A14-4F4C-95BD-4836E494B57D}" type="presParOf" srcId="{0F702EF5-86F8-E749-A44A-CF31ADC357B5}" destId="{3F1D91BA-4251-7E4C-9E47-1164FCAD48A9}" srcOrd="5" destOrd="0" presId="urn:microsoft.com/office/officeart/2005/8/layout/vList2"/>
    <dgm:cxn modelId="{D8A10D37-4E16-8A42-996C-910AA23D8EE6}" type="presParOf" srcId="{0F702EF5-86F8-E749-A44A-CF31ADC357B5}" destId="{7F23C986-6D87-F643-A32D-A6A07861B1BD}" srcOrd="6" destOrd="0" presId="urn:microsoft.com/office/officeart/2005/8/layout/vList2"/>
    <dgm:cxn modelId="{AD34D378-04F9-004D-9DF9-2BE6D6A664A7}" type="presParOf" srcId="{0F702EF5-86F8-E749-A44A-CF31ADC357B5}" destId="{693A6F97-FD99-134D-87D5-B8CE8366B5A2}" srcOrd="7" destOrd="0" presId="urn:microsoft.com/office/officeart/2005/8/layout/vList2"/>
    <dgm:cxn modelId="{17BD37B7-9123-3E4B-BDFF-23181681F467}" type="presParOf" srcId="{0F702EF5-86F8-E749-A44A-CF31ADC357B5}" destId="{2E904728-473A-394F-9A16-AE243128205A}" srcOrd="8" destOrd="0" presId="urn:microsoft.com/office/officeart/2005/8/layout/vList2"/>
    <dgm:cxn modelId="{CBB715EE-4DD5-2343-ABDE-F79C565C2BC2}" type="presParOf" srcId="{0F702EF5-86F8-E749-A44A-CF31ADC357B5}" destId="{2406350B-A765-3B4B-9E0C-F3944B633DC9}" srcOrd="9" destOrd="0" presId="urn:microsoft.com/office/officeart/2005/8/layout/vList2"/>
    <dgm:cxn modelId="{DE09E691-746F-E341-8CE6-8A9D24DF2EC4}" type="presParOf" srcId="{0F702EF5-86F8-E749-A44A-CF31ADC357B5}" destId="{6FBEA9A3-0A5B-0E42-80CD-A57F11776845}" srcOrd="10" destOrd="0" presId="urn:microsoft.com/office/officeart/2005/8/layout/vList2"/>
    <dgm:cxn modelId="{20EA4B1C-FEAE-0B4E-961F-676C5FFFEC67}" type="presParOf" srcId="{0F702EF5-86F8-E749-A44A-CF31ADC357B5}" destId="{C68F4A07-82A6-5044-AFFC-40B6CD5879A3}" srcOrd="11" destOrd="0" presId="urn:microsoft.com/office/officeart/2005/8/layout/vList2"/>
    <dgm:cxn modelId="{B15DE656-8654-A64C-AF13-04D0F6402DA7}" type="presParOf" srcId="{0F702EF5-86F8-E749-A44A-CF31ADC357B5}" destId="{44791E60-B3CE-4A4A-B22C-7C1092AED335}" srcOrd="12" destOrd="0" presId="urn:microsoft.com/office/officeart/2005/8/layout/vList2"/>
    <dgm:cxn modelId="{892CB863-8B56-B147-B339-218413C4E354}" type="presParOf" srcId="{0F702EF5-86F8-E749-A44A-CF31ADC357B5}" destId="{B3BA7455-90E3-1442-A3CC-FE12E5369085}" srcOrd="13" destOrd="0" presId="urn:microsoft.com/office/officeart/2005/8/layout/vList2"/>
    <dgm:cxn modelId="{877314F4-C661-794E-BC7F-3BD8626ECFEF}" type="presParOf" srcId="{0F702EF5-86F8-E749-A44A-CF31ADC357B5}" destId="{F42BC0D6-E291-8341-B66F-ACD99430CC79}" srcOrd="14" destOrd="0" presId="urn:microsoft.com/office/officeart/2005/8/layout/vList2"/>
    <dgm:cxn modelId="{3622F1A7-4CED-3846-9B95-00DCAE5D843C}" type="presParOf" srcId="{0F702EF5-86F8-E749-A44A-CF31ADC357B5}" destId="{4F51FDBF-A45E-CD4F-814B-9713FBA089ED}" srcOrd="15" destOrd="0" presId="urn:microsoft.com/office/officeart/2005/8/layout/vList2"/>
    <dgm:cxn modelId="{5EDE3971-5DCC-DA44-9388-81D1DD654A08}" type="presParOf" srcId="{0F702EF5-86F8-E749-A44A-CF31ADC357B5}" destId="{806CA68D-7374-6949-AFEB-7030B15823D9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AB68F8F-E526-48FF-98FF-24B8E01211A5}" type="doc">
      <dgm:prSet loTypeId="urn:microsoft.com/office/officeart/2005/8/layout/cycle3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42E216F-1624-43C2-886E-30B9E14D5CDE}">
      <dgm:prSet/>
      <dgm:spPr/>
      <dgm:t>
        <a:bodyPr/>
        <a:lstStyle/>
        <a:p>
          <a:r>
            <a:rPr lang="en-US"/>
            <a:t>📈 Training Configuration</a:t>
          </a:r>
        </a:p>
      </dgm:t>
    </dgm:pt>
    <dgm:pt modelId="{9015802F-07C7-4534-A5BA-B3BC8D065972}" type="parTrans" cxnId="{BCBEEFEC-7CBE-4D0F-8CFB-E759AABBFA08}">
      <dgm:prSet/>
      <dgm:spPr/>
      <dgm:t>
        <a:bodyPr/>
        <a:lstStyle/>
        <a:p>
          <a:endParaRPr lang="en-US"/>
        </a:p>
      </dgm:t>
    </dgm:pt>
    <dgm:pt modelId="{8B6EE279-B7C4-4CCF-BC58-F30F947D08EA}" type="sibTrans" cxnId="{BCBEEFEC-7CBE-4D0F-8CFB-E759AABBFA08}">
      <dgm:prSet/>
      <dgm:spPr/>
      <dgm:t>
        <a:bodyPr/>
        <a:lstStyle/>
        <a:p>
          <a:endParaRPr lang="en-US"/>
        </a:p>
      </dgm:t>
    </dgm:pt>
    <dgm:pt modelId="{724ABAF2-AE1D-46C7-A379-71C1891AB96B}">
      <dgm:prSet/>
      <dgm:spPr/>
      <dgm:t>
        <a:bodyPr/>
        <a:lstStyle/>
        <a:p>
          <a:r>
            <a:rPr lang="en-US"/>
            <a:t>• Dataset: MNIST (60,000 train / 10,000 test)</a:t>
          </a:r>
        </a:p>
      </dgm:t>
    </dgm:pt>
    <dgm:pt modelId="{AF4ABD8E-A172-49A5-A60F-9D91E065BBFC}" type="parTrans" cxnId="{B9493199-8464-44DB-A644-ED207E2F5118}">
      <dgm:prSet/>
      <dgm:spPr/>
      <dgm:t>
        <a:bodyPr/>
        <a:lstStyle/>
        <a:p>
          <a:endParaRPr lang="en-US"/>
        </a:p>
      </dgm:t>
    </dgm:pt>
    <dgm:pt modelId="{B0855798-0F0E-471E-AB4D-D1577763803F}" type="sibTrans" cxnId="{B9493199-8464-44DB-A644-ED207E2F5118}">
      <dgm:prSet/>
      <dgm:spPr/>
      <dgm:t>
        <a:bodyPr/>
        <a:lstStyle/>
        <a:p>
          <a:endParaRPr lang="en-US"/>
        </a:p>
      </dgm:t>
    </dgm:pt>
    <dgm:pt modelId="{788C0DD2-ADB0-49B5-879E-A6D1AFEA4C60}">
      <dgm:prSet/>
      <dgm:spPr/>
      <dgm:t>
        <a:bodyPr/>
        <a:lstStyle/>
        <a:p>
          <a:r>
            <a:rPr lang="en-US"/>
            <a:t>• Latent dimension: 20</a:t>
          </a:r>
        </a:p>
      </dgm:t>
    </dgm:pt>
    <dgm:pt modelId="{18F86FBA-4851-47EC-B5E7-E13E852AA28F}" type="parTrans" cxnId="{C46B0CD0-1713-4244-9B39-F6074BA0BEF9}">
      <dgm:prSet/>
      <dgm:spPr/>
      <dgm:t>
        <a:bodyPr/>
        <a:lstStyle/>
        <a:p>
          <a:endParaRPr lang="en-US"/>
        </a:p>
      </dgm:t>
    </dgm:pt>
    <dgm:pt modelId="{B3BD888F-F28E-4C2E-AD31-D29A3A343926}" type="sibTrans" cxnId="{C46B0CD0-1713-4244-9B39-F6074BA0BEF9}">
      <dgm:prSet/>
      <dgm:spPr/>
      <dgm:t>
        <a:bodyPr/>
        <a:lstStyle/>
        <a:p>
          <a:endParaRPr lang="en-US"/>
        </a:p>
      </dgm:t>
    </dgm:pt>
    <dgm:pt modelId="{6A63963F-3B98-489A-BA0A-3102896614A6}">
      <dgm:prSet/>
      <dgm:spPr/>
      <dgm:t>
        <a:bodyPr/>
        <a:lstStyle/>
        <a:p>
          <a:r>
            <a:rPr lang="en-US"/>
            <a:t>• Optimizer: Adam (lr=0.001)</a:t>
          </a:r>
        </a:p>
      </dgm:t>
    </dgm:pt>
    <dgm:pt modelId="{C3877515-13F5-465E-A756-EBC859677293}" type="parTrans" cxnId="{4880F896-5F04-4484-A871-13DB2EDF11BA}">
      <dgm:prSet/>
      <dgm:spPr/>
      <dgm:t>
        <a:bodyPr/>
        <a:lstStyle/>
        <a:p>
          <a:endParaRPr lang="en-US"/>
        </a:p>
      </dgm:t>
    </dgm:pt>
    <dgm:pt modelId="{32249307-E091-4E13-B7A3-6EDA20346E5B}" type="sibTrans" cxnId="{4880F896-5F04-4484-A871-13DB2EDF11BA}">
      <dgm:prSet/>
      <dgm:spPr/>
      <dgm:t>
        <a:bodyPr/>
        <a:lstStyle/>
        <a:p>
          <a:endParaRPr lang="en-US"/>
        </a:p>
      </dgm:t>
    </dgm:pt>
    <dgm:pt modelId="{FF3975E0-B78B-4A58-9231-6DED3A69A553}">
      <dgm:prSet/>
      <dgm:spPr/>
      <dgm:t>
        <a:bodyPr/>
        <a:lstStyle/>
        <a:p>
          <a:r>
            <a:rPr lang="en-US"/>
            <a:t>• Epochs: 15</a:t>
          </a:r>
        </a:p>
      </dgm:t>
    </dgm:pt>
    <dgm:pt modelId="{3018B33D-0E21-4277-BF26-F1C81DBC734C}" type="parTrans" cxnId="{78245B37-B9AE-4CD1-9555-55991F609F2B}">
      <dgm:prSet/>
      <dgm:spPr/>
      <dgm:t>
        <a:bodyPr/>
        <a:lstStyle/>
        <a:p>
          <a:endParaRPr lang="en-US"/>
        </a:p>
      </dgm:t>
    </dgm:pt>
    <dgm:pt modelId="{1CF708A3-47AE-4724-AE94-A0D51260B392}" type="sibTrans" cxnId="{78245B37-B9AE-4CD1-9555-55991F609F2B}">
      <dgm:prSet/>
      <dgm:spPr/>
      <dgm:t>
        <a:bodyPr/>
        <a:lstStyle/>
        <a:p>
          <a:endParaRPr lang="en-US"/>
        </a:p>
      </dgm:t>
    </dgm:pt>
    <dgm:pt modelId="{1E86CDF5-9464-436B-8D2E-A9EB216C0CCA}">
      <dgm:prSet/>
      <dgm:spPr/>
      <dgm:t>
        <a:bodyPr/>
        <a:lstStyle/>
        <a:p>
          <a:r>
            <a:rPr lang="en-US"/>
            <a:t>• Batch size: 128</a:t>
          </a:r>
        </a:p>
      </dgm:t>
    </dgm:pt>
    <dgm:pt modelId="{81FAFD7E-BF0E-4F99-A05D-7AF70B7856AE}" type="parTrans" cxnId="{A4CCC86B-E354-4386-A56F-C3B5EC0C55E8}">
      <dgm:prSet/>
      <dgm:spPr/>
      <dgm:t>
        <a:bodyPr/>
        <a:lstStyle/>
        <a:p>
          <a:endParaRPr lang="en-US"/>
        </a:p>
      </dgm:t>
    </dgm:pt>
    <dgm:pt modelId="{FE8D3CBA-A906-4076-8F0E-86AE16791ED4}" type="sibTrans" cxnId="{A4CCC86B-E354-4386-A56F-C3B5EC0C55E8}">
      <dgm:prSet/>
      <dgm:spPr/>
      <dgm:t>
        <a:bodyPr/>
        <a:lstStyle/>
        <a:p>
          <a:endParaRPr lang="en-US"/>
        </a:p>
      </dgm:t>
    </dgm:pt>
    <dgm:pt modelId="{6BB2B1DD-4B65-4477-91CD-8783530F22F2}">
      <dgm:prSet/>
      <dgm:spPr/>
      <dgm:t>
        <a:bodyPr/>
        <a:lstStyle/>
        <a:p>
          <a:r>
            <a:rPr lang="en-US"/>
            <a:t>📊 Performance Metrics</a:t>
          </a:r>
        </a:p>
      </dgm:t>
    </dgm:pt>
    <dgm:pt modelId="{67CF058D-3665-4AD0-A94E-3BC75C8BFCB6}" type="parTrans" cxnId="{8AF0B91C-3814-4CBC-BF54-CAC49100F952}">
      <dgm:prSet/>
      <dgm:spPr/>
      <dgm:t>
        <a:bodyPr/>
        <a:lstStyle/>
        <a:p>
          <a:endParaRPr lang="en-US"/>
        </a:p>
      </dgm:t>
    </dgm:pt>
    <dgm:pt modelId="{586ECA26-C870-4705-9769-86EA379A66BD}" type="sibTrans" cxnId="{8AF0B91C-3814-4CBC-BF54-CAC49100F952}">
      <dgm:prSet/>
      <dgm:spPr/>
      <dgm:t>
        <a:bodyPr/>
        <a:lstStyle/>
        <a:p>
          <a:endParaRPr lang="en-US"/>
        </a:p>
      </dgm:t>
    </dgm:pt>
    <dgm:pt modelId="{FF9114DB-B67D-4FC4-AAB2-0DB0225987FF}">
      <dgm:prSet/>
      <dgm:spPr/>
      <dgm:t>
        <a:bodyPr/>
        <a:lstStyle/>
        <a:p>
          <a:r>
            <a:rPr lang="en-US"/>
            <a:t>• Vanilla AE: Lower reconstruction MSE (~0.015)</a:t>
          </a:r>
        </a:p>
      </dgm:t>
    </dgm:pt>
    <dgm:pt modelId="{A80892B2-A76B-46AF-AD1B-779A14C52179}" type="parTrans" cxnId="{35987E11-C045-47D8-87BD-7E46798489D0}">
      <dgm:prSet/>
      <dgm:spPr/>
      <dgm:t>
        <a:bodyPr/>
        <a:lstStyle/>
        <a:p>
          <a:endParaRPr lang="en-US"/>
        </a:p>
      </dgm:t>
    </dgm:pt>
    <dgm:pt modelId="{FBD696AE-46CC-4AE0-916D-89A7776588DC}" type="sibTrans" cxnId="{35987E11-C045-47D8-87BD-7E46798489D0}">
      <dgm:prSet/>
      <dgm:spPr/>
      <dgm:t>
        <a:bodyPr/>
        <a:lstStyle/>
        <a:p>
          <a:endParaRPr lang="en-US"/>
        </a:p>
      </dgm:t>
    </dgm:pt>
    <dgm:pt modelId="{F0CB31AF-9A80-4866-9C4A-E6FA4D3928A7}">
      <dgm:prSet/>
      <dgm:spPr/>
      <dgm:t>
        <a:bodyPr/>
        <a:lstStyle/>
        <a:p>
          <a:r>
            <a:rPr lang="en-US"/>
            <a:t>• VAE: Slightly higher MSE (~0.020)</a:t>
          </a:r>
        </a:p>
      </dgm:t>
    </dgm:pt>
    <dgm:pt modelId="{CAAFA8DD-98E8-4EE3-A0AB-D7D02416B69F}" type="parTrans" cxnId="{8014E7F9-0658-4BBF-B749-B6D8C3AAB861}">
      <dgm:prSet/>
      <dgm:spPr/>
      <dgm:t>
        <a:bodyPr/>
        <a:lstStyle/>
        <a:p>
          <a:endParaRPr lang="en-US"/>
        </a:p>
      </dgm:t>
    </dgm:pt>
    <dgm:pt modelId="{5E3E759E-2F7C-4927-9D05-18C904C1261C}" type="sibTrans" cxnId="{8014E7F9-0658-4BBF-B749-B6D8C3AAB861}">
      <dgm:prSet/>
      <dgm:spPr/>
      <dgm:t>
        <a:bodyPr/>
        <a:lstStyle/>
        <a:p>
          <a:endParaRPr lang="en-US"/>
        </a:p>
      </dgm:t>
    </dgm:pt>
    <dgm:pt modelId="{E6CC93DA-C291-43D4-88A1-E4FCC04393CF}">
      <dgm:prSet/>
      <dgm:spPr/>
      <dgm:t>
        <a:bodyPr/>
        <a:lstStyle/>
        <a:p>
          <a:r>
            <a:rPr lang="en-US"/>
            <a:t>• VAE: Better latent space continuity</a:t>
          </a:r>
        </a:p>
      </dgm:t>
    </dgm:pt>
    <dgm:pt modelId="{5698BB58-C4DF-469C-8D14-3D89B3F5F478}" type="parTrans" cxnId="{751AB9D6-2059-466D-9B76-45D0B524220B}">
      <dgm:prSet/>
      <dgm:spPr/>
      <dgm:t>
        <a:bodyPr/>
        <a:lstStyle/>
        <a:p>
          <a:endParaRPr lang="en-US"/>
        </a:p>
      </dgm:t>
    </dgm:pt>
    <dgm:pt modelId="{91938285-5884-4C79-9FEA-D46968B8FC49}" type="sibTrans" cxnId="{751AB9D6-2059-466D-9B76-45D0B524220B}">
      <dgm:prSet/>
      <dgm:spPr/>
      <dgm:t>
        <a:bodyPr/>
        <a:lstStyle/>
        <a:p>
          <a:endParaRPr lang="en-US"/>
        </a:p>
      </dgm:t>
    </dgm:pt>
    <dgm:pt modelId="{164EE3CA-2B69-4D8E-B521-99E6607192AA}">
      <dgm:prSet/>
      <dgm:spPr/>
      <dgm:t>
        <a:bodyPr/>
        <a:lstStyle/>
        <a:p>
          <a:r>
            <a:rPr lang="en-US"/>
            <a:t>• VAE: Superior generation quality ✓</a:t>
          </a:r>
        </a:p>
      </dgm:t>
    </dgm:pt>
    <dgm:pt modelId="{EE27E43F-E596-4D20-BD28-C119AA0F11A9}" type="parTrans" cxnId="{5874E818-4478-4F4B-A8DE-DED631322A00}">
      <dgm:prSet/>
      <dgm:spPr/>
      <dgm:t>
        <a:bodyPr/>
        <a:lstStyle/>
        <a:p>
          <a:endParaRPr lang="en-US"/>
        </a:p>
      </dgm:t>
    </dgm:pt>
    <dgm:pt modelId="{A8FEEBAE-00DA-44E5-851C-85D0A6767DB4}" type="sibTrans" cxnId="{5874E818-4478-4F4B-A8DE-DED631322A00}">
      <dgm:prSet/>
      <dgm:spPr/>
      <dgm:t>
        <a:bodyPr/>
        <a:lstStyle/>
        <a:p>
          <a:endParaRPr lang="en-US"/>
        </a:p>
      </dgm:t>
    </dgm:pt>
    <dgm:pt modelId="{F6F64494-4F33-5440-BC90-48FC6899E94B}" type="pres">
      <dgm:prSet presAssocID="{2AB68F8F-E526-48FF-98FF-24B8E01211A5}" presName="Name0" presStyleCnt="0">
        <dgm:presLayoutVars>
          <dgm:dir/>
          <dgm:resizeHandles val="exact"/>
        </dgm:presLayoutVars>
      </dgm:prSet>
      <dgm:spPr/>
    </dgm:pt>
    <dgm:pt modelId="{521638EA-BE4C-9D42-B08E-EBCF9DF9F1AA}" type="pres">
      <dgm:prSet presAssocID="{2AB68F8F-E526-48FF-98FF-24B8E01211A5}" presName="cycle" presStyleCnt="0"/>
      <dgm:spPr/>
    </dgm:pt>
    <dgm:pt modelId="{0D1932B2-3B37-9240-9B36-295294C1E656}" type="pres">
      <dgm:prSet presAssocID="{542E216F-1624-43C2-886E-30B9E14D5CDE}" presName="nodeFirstNode" presStyleLbl="node1" presStyleIdx="0" presStyleCnt="11">
        <dgm:presLayoutVars>
          <dgm:bulletEnabled val="1"/>
        </dgm:presLayoutVars>
      </dgm:prSet>
      <dgm:spPr/>
    </dgm:pt>
    <dgm:pt modelId="{AF486463-BDDA-C540-B20D-ED44DB7D9C25}" type="pres">
      <dgm:prSet presAssocID="{8B6EE279-B7C4-4CCF-BC58-F30F947D08EA}" presName="sibTransFirstNode" presStyleLbl="bgShp" presStyleIdx="0" presStyleCnt="1"/>
      <dgm:spPr/>
    </dgm:pt>
    <dgm:pt modelId="{22FA5272-EE2F-4147-925F-1925F5E68E77}" type="pres">
      <dgm:prSet presAssocID="{724ABAF2-AE1D-46C7-A379-71C1891AB96B}" presName="nodeFollowingNodes" presStyleLbl="node1" presStyleIdx="1" presStyleCnt="11">
        <dgm:presLayoutVars>
          <dgm:bulletEnabled val="1"/>
        </dgm:presLayoutVars>
      </dgm:prSet>
      <dgm:spPr/>
    </dgm:pt>
    <dgm:pt modelId="{3A5E2EC5-5B00-334A-BC3B-F645EC4F0FAD}" type="pres">
      <dgm:prSet presAssocID="{788C0DD2-ADB0-49B5-879E-A6D1AFEA4C60}" presName="nodeFollowingNodes" presStyleLbl="node1" presStyleIdx="2" presStyleCnt="11">
        <dgm:presLayoutVars>
          <dgm:bulletEnabled val="1"/>
        </dgm:presLayoutVars>
      </dgm:prSet>
      <dgm:spPr/>
    </dgm:pt>
    <dgm:pt modelId="{6754AA6D-8D6F-5043-8020-0B52FE78093B}" type="pres">
      <dgm:prSet presAssocID="{6A63963F-3B98-489A-BA0A-3102896614A6}" presName="nodeFollowingNodes" presStyleLbl="node1" presStyleIdx="3" presStyleCnt="11">
        <dgm:presLayoutVars>
          <dgm:bulletEnabled val="1"/>
        </dgm:presLayoutVars>
      </dgm:prSet>
      <dgm:spPr/>
    </dgm:pt>
    <dgm:pt modelId="{95E8172C-EA42-5444-A057-849B46C56302}" type="pres">
      <dgm:prSet presAssocID="{FF3975E0-B78B-4A58-9231-6DED3A69A553}" presName="nodeFollowingNodes" presStyleLbl="node1" presStyleIdx="4" presStyleCnt="11">
        <dgm:presLayoutVars>
          <dgm:bulletEnabled val="1"/>
        </dgm:presLayoutVars>
      </dgm:prSet>
      <dgm:spPr/>
    </dgm:pt>
    <dgm:pt modelId="{398DADCA-86E5-7A40-8101-3475C748A63C}" type="pres">
      <dgm:prSet presAssocID="{1E86CDF5-9464-436B-8D2E-A9EB216C0CCA}" presName="nodeFollowingNodes" presStyleLbl="node1" presStyleIdx="5" presStyleCnt="11">
        <dgm:presLayoutVars>
          <dgm:bulletEnabled val="1"/>
        </dgm:presLayoutVars>
      </dgm:prSet>
      <dgm:spPr/>
    </dgm:pt>
    <dgm:pt modelId="{A20A7908-B926-F341-834A-DFAB8681EA62}" type="pres">
      <dgm:prSet presAssocID="{6BB2B1DD-4B65-4477-91CD-8783530F22F2}" presName="nodeFollowingNodes" presStyleLbl="node1" presStyleIdx="6" presStyleCnt="11">
        <dgm:presLayoutVars>
          <dgm:bulletEnabled val="1"/>
        </dgm:presLayoutVars>
      </dgm:prSet>
      <dgm:spPr/>
    </dgm:pt>
    <dgm:pt modelId="{89E6096C-4C08-1D4E-AF9E-9398FB194C2F}" type="pres">
      <dgm:prSet presAssocID="{FF9114DB-B67D-4FC4-AAB2-0DB0225987FF}" presName="nodeFollowingNodes" presStyleLbl="node1" presStyleIdx="7" presStyleCnt="11">
        <dgm:presLayoutVars>
          <dgm:bulletEnabled val="1"/>
        </dgm:presLayoutVars>
      </dgm:prSet>
      <dgm:spPr/>
    </dgm:pt>
    <dgm:pt modelId="{1C818305-59CF-C943-AB8A-BAEED228D9B1}" type="pres">
      <dgm:prSet presAssocID="{F0CB31AF-9A80-4866-9C4A-E6FA4D3928A7}" presName="nodeFollowingNodes" presStyleLbl="node1" presStyleIdx="8" presStyleCnt="11">
        <dgm:presLayoutVars>
          <dgm:bulletEnabled val="1"/>
        </dgm:presLayoutVars>
      </dgm:prSet>
      <dgm:spPr/>
    </dgm:pt>
    <dgm:pt modelId="{7C9E10D9-A485-9D40-986C-E4ED16EF48AF}" type="pres">
      <dgm:prSet presAssocID="{E6CC93DA-C291-43D4-88A1-E4FCC04393CF}" presName="nodeFollowingNodes" presStyleLbl="node1" presStyleIdx="9" presStyleCnt="11">
        <dgm:presLayoutVars>
          <dgm:bulletEnabled val="1"/>
        </dgm:presLayoutVars>
      </dgm:prSet>
      <dgm:spPr/>
    </dgm:pt>
    <dgm:pt modelId="{614479E2-7795-FD48-8878-AF54F78E55B4}" type="pres">
      <dgm:prSet presAssocID="{164EE3CA-2B69-4D8E-B521-99E6607192AA}" presName="nodeFollowingNodes" presStyleLbl="node1" presStyleIdx="10" presStyleCnt="11">
        <dgm:presLayoutVars>
          <dgm:bulletEnabled val="1"/>
        </dgm:presLayoutVars>
      </dgm:prSet>
      <dgm:spPr/>
    </dgm:pt>
  </dgm:ptLst>
  <dgm:cxnLst>
    <dgm:cxn modelId="{35987E11-C045-47D8-87BD-7E46798489D0}" srcId="{2AB68F8F-E526-48FF-98FF-24B8E01211A5}" destId="{FF9114DB-B67D-4FC4-AAB2-0DB0225987FF}" srcOrd="7" destOrd="0" parTransId="{A80892B2-A76B-46AF-AD1B-779A14C52179}" sibTransId="{FBD696AE-46CC-4AE0-916D-89A7776588DC}"/>
    <dgm:cxn modelId="{A6EB4A15-1C70-CE48-AECA-9075856FB1AE}" type="presOf" srcId="{6A63963F-3B98-489A-BA0A-3102896614A6}" destId="{6754AA6D-8D6F-5043-8020-0B52FE78093B}" srcOrd="0" destOrd="0" presId="urn:microsoft.com/office/officeart/2005/8/layout/cycle3"/>
    <dgm:cxn modelId="{F513C516-CD2A-1B40-9AD1-9AFAC99D24BF}" type="presOf" srcId="{788C0DD2-ADB0-49B5-879E-A6D1AFEA4C60}" destId="{3A5E2EC5-5B00-334A-BC3B-F645EC4F0FAD}" srcOrd="0" destOrd="0" presId="urn:microsoft.com/office/officeart/2005/8/layout/cycle3"/>
    <dgm:cxn modelId="{5874E818-4478-4F4B-A8DE-DED631322A00}" srcId="{2AB68F8F-E526-48FF-98FF-24B8E01211A5}" destId="{164EE3CA-2B69-4D8E-B521-99E6607192AA}" srcOrd="10" destOrd="0" parTransId="{EE27E43F-E596-4D20-BD28-C119AA0F11A9}" sibTransId="{A8FEEBAE-00DA-44E5-851C-85D0A6767DB4}"/>
    <dgm:cxn modelId="{8AF0B91C-3814-4CBC-BF54-CAC49100F952}" srcId="{2AB68F8F-E526-48FF-98FF-24B8E01211A5}" destId="{6BB2B1DD-4B65-4477-91CD-8783530F22F2}" srcOrd="6" destOrd="0" parTransId="{67CF058D-3665-4AD0-A94E-3BC75C8BFCB6}" sibTransId="{586ECA26-C870-4705-9769-86EA379A66BD}"/>
    <dgm:cxn modelId="{444CC621-8D37-BF45-9194-08ABC09C3C5F}" type="presOf" srcId="{542E216F-1624-43C2-886E-30B9E14D5CDE}" destId="{0D1932B2-3B37-9240-9B36-295294C1E656}" srcOrd="0" destOrd="0" presId="urn:microsoft.com/office/officeart/2005/8/layout/cycle3"/>
    <dgm:cxn modelId="{673D3029-FFB9-2146-A7D6-53E62B54E52A}" type="presOf" srcId="{F0CB31AF-9A80-4866-9C4A-E6FA4D3928A7}" destId="{1C818305-59CF-C943-AB8A-BAEED228D9B1}" srcOrd="0" destOrd="0" presId="urn:microsoft.com/office/officeart/2005/8/layout/cycle3"/>
    <dgm:cxn modelId="{4D8F4E32-A989-594A-AFFF-2DF0F39A0463}" type="presOf" srcId="{6BB2B1DD-4B65-4477-91CD-8783530F22F2}" destId="{A20A7908-B926-F341-834A-DFAB8681EA62}" srcOrd="0" destOrd="0" presId="urn:microsoft.com/office/officeart/2005/8/layout/cycle3"/>
    <dgm:cxn modelId="{78245B37-B9AE-4CD1-9555-55991F609F2B}" srcId="{2AB68F8F-E526-48FF-98FF-24B8E01211A5}" destId="{FF3975E0-B78B-4A58-9231-6DED3A69A553}" srcOrd="4" destOrd="0" parTransId="{3018B33D-0E21-4277-BF26-F1C81DBC734C}" sibTransId="{1CF708A3-47AE-4724-AE94-A0D51260B392}"/>
    <dgm:cxn modelId="{C79B9F4D-DFC6-B74D-8F19-28A527167770}" type="presOf" srcId="{2AB68F8F-E526-48FF-98FF-24B8E01211A5}" destId="{F6F64494-4F33-5440-BC90-48FC6899E94B}" srcOrd="0" destOrd="0" presId="urn:microsoft.com/office/officeart/2005/8/layout/cycle3"/>
    <dgm:cxn modelId="{4D302160-14F8-EC44-9285-1312F520AAAD}" type="presOf" srcId="{164EE3CA-2B69-4D8E-B521-99E6607192AA}" destId="{614479E2-7795-FD48-8878-AF54F78E55B4}" srcOrd="0" destOrd="0" presId="urn:microsoft.com/office/officeart/2005/8/layout/cycle3"/>
    <dgm:cxn modelId="{A4CCC86B-E354-4386-A56F-C3B5EC0C55E8}" srcId="{2AB68F8F-E526-48FF-98FF-24B8E01211A5}" destId="{1E86CDF5-9464-436B-8D2E-A9EB216C0CCA}" srcOrd="5" destOrd="0" parTransId="{81FAFD7E-BF0E-4F99-A05D-7AF70B7856AE}" sibTransId="{FE8D3CBA-A906-4076-8F0E-86AE16791ED4}"/>
    <dgm:cxn modelId="{E0AD8075-D360-FF4F-9E10-1F931DC765FD}" type="presOf" srcId="{724ABAF2-AE1D-46C7-A379-71C1891AB96B}" destId="{22FA5272-EE2F-4147-925F-1925F5E68E77}" srcOrd="0" destOrd="0" presId="urn:microsoft.com/office/officeart/2005/8/layout/cycle3"/>
    <dgm:cxn modelId="{31A01395-280B-0646-95E1-55C156503AD0}" type="presOf" srcId="{FF9114DB-B67D-4FC4-AAB2-0DB0225987FF}" destId="{89E6096C-4C08-1D4E-AF9E-9398FB194C2F}" srcOrd="0" destOrd="0" presId="urn:microsoft.com/office/officeart/2005/8/layout/cycle3"/>
    <dgm:cxn modelId="{4880F896-5F04-4484-A871-13DB2EDF11BA}" srcId="{2AB68F8F-E526-48FF-98FF-24B8E01211A5}" destId="{6A63963F-3B98-489A-BA0A-3102896614A6}" srcOrd="3" destOrd="0" parTransId="{C3877515-13F5-465E-A756-EBC859677293}" sibTransId="{32249307-E091-4E13-B7A3-6EDA20346E5B}"/>
    <dgm:cxn modelId="{B9493199-8464-44DB-A644-ED207E2F5118}" srcId="{2AB68F8F-E526-48FF-98FF-24B8E01211A5}" destId="{724ABAF2-AE1D-46C7-A379-71C1891AB96B}" srcOrd="1" destOrd="0" parTransId="{AF4ABD8E-A172-49A5-A60F-9D91E065BBFC}" sibTransId="{B0855798-0F0E-471E-AB4D-D1577763803F}"/>
    <dgm:cxn modelId="{9F5CEBA5-FAD4-6147-A0E7-B2457577F817}" type="presOf" srcId="{1E86CDF5-9464-436B-8D2E-A9EB216C0CCA}" destId="{398DADCA-86E5-7A40-8101-3475C748A63C}" srcOrd="0" destOrd="0" presId="urn:microsoft.com/office/officeart/2005/8/layout/cycle3"/>
    <dgm:cxn modelId="{85027BC2-F4A1-9D46-BCA0-D8325592193F}" type="presOf" srcId="{8B6EE279-B7C4-4CCF-BC58-F30F947D08EA}" destId="{AF486463-BDDA-C540-B20D-ED44DB7D9C25}" srcOrd="0" destOrd="0" presId="urn:microsoft.com/office/officeart/2005/8/layout/cycle3"/>
    <dgm:cxn modelId="{B81EC6CD-0C7A-C24C-B87E-2D1DDE7DBB1B}" type="presOf" srcId="{FF3975E0-B78B-4A58-9231-6DED3A69A553}" destId="{95E8172C-EA42-5444-A057-849B46C56302}" srcOrd="0" destOrd="0" presId="urn:microsoft.com/office/officeart/2005/8/layout/cycle3"/>
    <dgm:cxn modelId="{C46B0CD0-1713-4244-9B39-F6074BA0BEF9}" srcId="{2AB68F8F-E526-48FF-98FF-24B8E01211A5}" destId="{788C0DD2-ADB0-49B5-879E-A6D1AFEA4C60}" srcOrd="2" destOrd="0" parTransId="{18F86FBA-4851-47EC-B5E7-E13E852AA28F}" sibTransId="{B3BD888F-F28E-4C2E-AD31-D29A3A343926}"/>
    <dgm:cxn modelId="{751AB9D6-2059-466D-9B76-45D0B524220B}" srcId="{2AB68F8F-E526-48FF-98FF-24B8E01211A5}" destId="{E6CC93DA-C291-43D4-88A1-E4FCC04393CF}" srcOrd="9" destOrd="0" parTransId="{5698BB58-C4DF-469C-8D14-3D89B3F5F478}" sibTransId="{91938285-5884-4C79-9FEA-D46968B8FC49}"/>
    <dgm:cxn modelId="{575905DA-408B-3E47-BD6F-31987E7B9347}" type="presOf" srcId="{E6CC93DA-C291-43D4-88A1-E4FCC04393CF}" destId="{7C9E10D9-A485-9D40-986C-E4ED16EF48AF}" srcOrd="0" destOrd="0" presId="urn:microsoft.com/office/officeart/2005/8/layout/cycle3"/>
    <dgm:cxn modelId="{BCBEEFEC-7CBE-4D0F-8CFB-E759AABBFA08}" srcId="{2AB68F8F-E526-48FF-98FF-24B8E01211A5}" destId="{542E216F-1624-43C2-886E-30B9E14D5CDE}" srcOrd="0" destOrd="0" parTransId="{9015802F-07C7-4534-A5BA-B3BC8D065972}" sibTransId="{8B6EE279-B7C4-4CCF-BC58-F30F947D08EA}"/>
    <dgm:cxn modelId="{8014E7F9-0658-4BBF-B749-B6D8C3AAB861}" srcId="{2AB68F8F-E526-48FF-98FF-24B8E01211A5}" destId="{F0CB31AF-9A80-4866-9C4A-E6FA4D3928A7}" srcOrd="8" destOrd="0" parTransId="{CAAFA8DD-98E8-4EE3-A0AB-D7D02416B69F}" sibTransId="{5E3E759E-2F7C-4927-9D05-18C904C1261C}"/>
    <dgm:cxn modelId="{79BF31FD-9C6D-D541-837D-D1A14AF60032}" type="presParOf" srcId="{F6F64494-4F33-5440-BC90-48FC6899E94B}" destId="{521638EA-BE4C-9D42-B08E-EBCF9DF9F1AA}" srcOrd="0" destOrd="0" presId="urn:microsoft.com/office/officeart/2005/8/layout/cycle3"/>
    <dgm:cxn modelId="{5E7FABC3-6805-744E-A3AD-29AE2E5DD5A2}" type="presParOf" srcId="{521638EA-BE4C-9D42-B08E-EBCF9DF9F1AA}" destId="{0D1932B2-3B37-9240-9B36-295294C1E656}" srcOrd="0" destOrd="0" presId="urn:microsoft.com/office/officeart/2005/8/layout/cycle3"/>
    <dgm:cxn modelId="{2C36449E-3517-3341-894B-7CEBDFDA9F91}" type="presParOf" srcId="{521638EA-BE4C-9D42-B08E-EBCF9DF9F1AA}" destId="{AF486463-BDDA-C540-B20D-ED44DB7D9C25}" srcOrd="1" destOrd="0" presId="urn:microsoft.com/office/officeart/2005/8/layout/cycle3"/>
    <dgm:cxn modelId="{F7BCD479-179A-F940-8476-373DAA4006EC}" type="presParOf" srcId="{521638EA-BE4C-9D42-B08E-EBCF9DF9F1AA}" destId="{22FA5272-EE2F-4147-925F-1925F5E68E77}" srcOrd="2" destOrd="0" presId="urn:microsoft.com/office/officeart/2005/8/layout/cycle3"/>
    <dgm:cxn modelId="{FE87F0FE-9536-B64F-B917-53558E2A36CA}" type="presParOf" srcId="{521638EA-BE4C-9D42-B08E-EBCF9DF9F1AA}" destId="{3A5E2EC5-5B00-334A-BC3B-F645EC4F0FAD}" srcOrd="3" destOrd="0" presId="urn:microsoft.com/office/officeart/2005/8/layout/cycle3"/>
    <dgm:cxn modelId="{2681FA52-0B5C-B24E-A894-885A7C49E55F}" type="presParOf" srcId="{521638EA-BE4C-9D42-B08E-EBCF9DF9F1AA}" destId="{6754AA6D-8D6F-5043-8020-0B52FE78093B}" srcOrd="4" destOrd="0" presId="urn:microsoft.com/office/officeart/2005/8/layout/cycle3"/>
    <dgm:cxn modelId="{DE35E403-E4E8-0045-A664-F6ECF6A26BA8}" type="presParOf" srcId="{521638EA-BE4C-9D42-B08E-EBCF9DF9F1AA}" destId="{95E8172C-EA42-5444-A057-849B46C56302}" srcOrd="5" destOrd="0" presId="urn:microsoft.com/office/officeart/2005/8/layout/cycle3"/>
    <dgm:cxn modelId="{2CF48A7C-ECB2-AD4E-8805-3C013E5D017D}" type="presParOf" srcId="{521638EA-BE4C-9D42-B08E-EBCF9DF9F1AA}" destId="{398DADCA-86E5-7A40-8101-3475C748A63C}" srcOrd="6" destOrd="0" presId="urn:microsoft.com/office/officeart/2005/8/layout/cycle3"/>
    <dgm:cxn modelId="{26F99607-5A25-6249-ACF3-FD14F6D4A6EB}" type="presParOf" srcId="{521638EA-BE4C-9D42-B08E-EBCF9DF9F1AA}" destId="{A20A7908-B926-F341-834A-DFAB8681EA62}" srcOrd="7" destOrd="0" presId="urn:microsoft.com/office/officeart/2005/8/layout/cycle3"/>
    <dgm:cxn modelId="{945A9EA4-3D18-B744-840D-14665F5CA944}" type="presParOf" srcId="{521638EA-BE4C-9D42-B08E-EBCF9DF9F1AA}" destId="{89E6096C-4C08-1D4E-AF9E-9398FB194C2F}" srcOrd="8" destOrd="0" presId="urn:microsoft.com/office/officeart/2005/8/layout/cycle3"/>
    <dgm:cxn modelId="{F7370D28-D64F-F747-997F-EF09E1116B7A}" type="presParOf" srcId="{521638EA-BE4C-9D42-B08E-EBCF9DF9F1AA}" destId="{1C818305-59CF-C943-AB8A-BAEED228D9B1}" srcOrd="9" destOrd="0" presId="urn:microsoft.com/office/officeart/2005/8/layout/cycle3"/>
    <dgm:cxn modelId="{714A7BDF-102A-D14E-BABA-59D84CC17CA3}" type="presParOf" srcId="{521638EA-BE4C-9D42-B08E-EBCF9DF9F1AA}" destId="{7C9E10D9-A485-9D40-986C-E4ED16EF48AF}" srcOrd="10" destOrd="0" presId="urn:microsoft.com/office/officeart/2005/8/layout/cycle3"/>
    <dgm:cxn modelId="{4DDD4FFD-CF61-EE46-868E-A3DEFA02BCED}" type="presParOf" srcId="{521638EA-BE4C-9D42-B08E-EBCF9DF9F1AA}" destId="{614479E2-7795-FD48-8878-AF54F78E55B4}" srcOrd="11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2D4B723-0284-4316-98AB-BB6FF1E61EE7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236965F-6610-40AD-9A9A-216B90D3F48E}">
      <dgm:prSet/>
      <dgm:spPr/>
      <dgm:t>
        <a:bodyPr/>
        <a:lstStyle/>
        <a:p>
          <a:r>
            <a:rPr lang="en-US"/>
            <a:t>🔧 ClaudeAgent Class Features</a:t>
          </a:r>
        </a:p>
      </dgm:t>
    </dgm:pt>
    <dgm:pt modelId="{02A7BE57-925D-48D0-BD7C-4DA6D1CEBC56}" type="parTrans" cxnId="{2D36B402-E94E-4009-A0AC-1CAF8F4040C1}">
      <dgm:prSet/>
      <dgm:spPr/>
      <dgm:t>
        <a:bodyPr/>
        <a:lstStyle/>
        <a:p>
          <a:endParaRPr lang="en-US"/>
        </a:p>
      </dgm:t>
    </dgm:pt>
    <dgm:pt modelId="{02B43AFB-145E-41D2-AB21-331C7DA2B6CC}" type="sibTrans" cxnId="{2D36B402-E94E-4009-A0AC-1CAF8F4040C1}">
      <dgm:prSet/>
      <dgm:spPr/>
      <dgm:t>
        <a:bodyPr/>
        <a:lstStyle/>
        <a:p>
          <a:endParaRPr lang="en-US"/>
        </a:p>
      </dgm:t>
    </dgm:pt>
    <dgm:pt modelId="{6676FC4B-585E-4C4E-AF9F-03A049504856}">
      <dgm:prSet/>
      <dgm:spPr/>
      <dgm:t>
        <a:bodyPr/>
        <a:lstStyle/>
        <a:p>
          <a:r>
            <a:rPr lang="en-US"/>
            <a:t>• System prompt for personality definition</a:t>
          </a:r>
        </a:p>
      </dgm:t>
    </dgm:pt>
    <dgm:pt modelId="{89836C57-CBF7-45E8-8772-D2ECE3B7AD6B}" type="parTrans" cxnId="{6404E3AA-127B-4EF2-8AD5-0F910846481B}">
      <dgm:prSet/>
      <dgm:spPr/>
      <dgm:t>
        <a:bodyPr/>
        <a:lstStyle/>
        <a:p>
          <a:endParaRPr lang="en-US"/>
        </a:p>
      </dgm:t>
    </dgm:pt>
    <dgm:pt modelId="{282FF913-8986-4233-B553-38E0CA4A2076}" type="sibTrans" cxnId="{6404E3AA-127B-4EF2-8AD5-0F910846481B}">
      <dgm:prSet/>
      <dgm:spPr/>
      <dgm:t>
        <a:bodyPr/>
        <a:lstStyle/>
        <a:p>
          <a:endParaRPr lang="en-US"/>
        </a:p>
      </dgm:t>
    </dgm:pt>
    <dgm:pt modelId="{EE48B93F-8D07-411D-8FB9-50A5B77143AF}">
      <dgm:prSet/>
      <dgm:spPr/>
      <dgm:t>
        <a:bodyPr/>
        <a:lstStyle/>
        <a:p>
          <a:r>
            <a:rPr lang="en-US"/>
            <a:t>• Conversation history management</a:t>
          </a:r>
        </a:p>
      </dgm:t>
    </dgm:pt>
    <dgm:pt modelId="{FC046830-DC3F-417A-8D0F-AA73979466E5}" type="parTrans" cxnId="{9A91DC77-DAFB-4BFF-A2A5-8FD7A998D2E0}">
      <dgm:prSet/>
      <dgm:spPr/>
      <dgm:t>
        <a:bodyPr/>
        <a:lstStyle/>
        <a:p>
          <a:endParaRPr lang="en-US"/>
        </a:p>
      </dgm:t>
    </dgm:pt>
    <dgm:pt modelId="{A6AD477C-AFD4-44E4-AC7B-6FE3DB68CD8C}" type="sibTrans" cxnId="{9A91DC77-DAFB-4BFF-A2A5-8FD7A998D2E0}">
      <dgm:prSet/>
      <dgm:spPr/>
      <dgm:t>
        <a:bodyPr/>
        <a:lstStyle/>
        <a:p>
          <a:endParaRPr lang="en-US"/>
        </a:p>
      </dgm:t>
    </dgm:pt>
    <dgm:pt modelId="{7BBE5FE2-FA55-4910-80AE-D62B265CAFBA}">
      <dgm:prSet/>
      <dgm:spPr/>
      <dgm:t>
        <a:bodyPr/>
        <a:lstStyle/>
        <a:p>
          <a:r>
            <a:rPr lang="en-US"/>
            <a:t>• API error handling</a:t>
          </a:r>
        </a:p>
      </dgm:t>
    </dgm:pt>
    <dgm:pt modelId="{53D7C1C4-12FE-4E0D-869F-750322B14ECC}" type="parTrans" cxnId="{C01BC6A2-EEFD-4462-870C-6786FB21C3CD}">
      <dgm:prSet/>
      <dgm:spPr/>
      <dgm:t>
        <a:bodyPr/>
        <a:lstStyle/>
        <a:p>
          <a:endParaRPr lang="en-US"/>
        </a:p>
      </dgm:t>
    </dgm:pt>
    <dgm:pt modelId="{D4113D11-9BA2-46A2-A647-D5C7FB8E6831}" type="sibTrans" cxnId="{C01BC6A2-EEFD-4462-870C-6786FB21C3CD}">
      <dgm:prSet/>
      <dgm:spPr/>
      <dgm:t>
        <a:bodyPr/>
        <a:lstStyle/>
        <a:p>
          <a:endParaRPr lang="en-US"/>
        </a:p>
      </dgm:t>
    </dgm:pt>
    <dgm:pt modelId="{B966D279-782E-45B9-B3C0-9FF882F7EE42}">
      <dgm:prSet/>
      <dgm:spPr/>
      <dgm:t>
        <a:bodyPr/>
        <a:lstStyle/>
        <a:p>
          <a:r>
            <a:rPr lang="en-US"/>
            <a:t>• Context preservation across turns</a:t>
          </a:r>
        </a:p>
      </dgm:t>
    </dgm:pt>
    <dgm:pt modelId="{F9DC3752-49E0-41B9-AA39-9D57A2172D14}" type="parTrans" cxnId="{E7B506D5-0C15-4048-8423-9D9D838B1B0E}">
      <dgm:prSet/>
      <dgm:spPr/>
      <dgm:t>
        <a:bodyPr/>
        <a:lstStyle/>
        <a:p>
          <a:endParaRPr lang="en-US"/>
        </a:p>
      </dgm:t>
    </dgm:pt>
    <dgm:pt modelId="{EF6AED3A-6DD2-462C-B1D1-0145D158452C}" type="sibTrans" cxnId="{E7B506D5-0C15-4048-8423-9D9D838B1B0E}">
      <dgm:prSet/>
      <dgm:spPr/>
      <dgm:t>
        <a:bodyPr/>
        <a:lstStyle/>
        <a:p>
          <a:endParaRPr lang="en-US"/>
        </a:p>
      </dgm:t>
    </dgm:pt>
    <dgm:pt modelId="{274062B9-1606-49BB-B24F-7525C550367E}">
      <dgm:prSet/>
      <dgm:spPr/>
      <dgm:t>
        <a:bodyPr/>
        <a:lstStyle/>
        <a:p>
          <a:r>
            <a:rPr lang="en-US"/>
            <a:t>📝 Key Code Components</a:t>
          </a:r>
        </a:p>
      </dgm:t>
    </dgm:pt>
    <dgm:pt modelId="{DC2E1ADC-4E3F-4C17-8A61-4C68A81E3936}" type="parTrans" cxnId="{9E74B512-36CE-43C5-98B3-50FB39B6EE01}">
      <dgm:prSet/>
      <dgm:spPr/>
      <dgm:t>
        <a:bodyPr/>
        <a:lstStyle/>
        <a:p>
          <a:endParaRPr lang="en-US"/>
        </a:p>
      </dgm:t>
    </dgm:pt>
    <dgm:pt modelId="{4C01A46F-C626-4BDA-ADCB-4BE97C6206D3}" type="sibTrans" cxnId="{9E74B512-36CE-43C5-98B3-50FB39B6EE01}">
      <dgm:prSet/>
      <dgm:spPr/>
      <dgm:t>
        <a:bodyPr/>
        <a:lstStyle/>
        <a:p>
          <a:endParaRPr lang="en-US"/>
        </a:p>
      </dgm:t>
    </dgm:pt>
    <dgm:pt modelId="{F55C5CFF-6C2E-4719-83DB-FF076296F005}">
      <dgm:prSet/>
      <dgm:spPr/>
      <dgm:t>
        <a:bodyPr/>
        <a:lstStyle/>
        <a:p>
          <a:r>
            <a:rPr lang="en-US"/>
            <a:t>• Environment-based API key loading (.env file)</a:t>
          </a:r>
        </a:p>
      </dgm:t>
    </dgm:pt>
    <dgm:pt modelId="{0FCBD372-E6C0-4C11-BF39-ABE6263DE7ED}" type="parTrans" cxnId="{0304E61B-EBA7-4FDE-99BA-CEA5D5B72FDC}">
      <dgm:prSet/>
      <dgm:spPr/>
      <dgm:t>
        <a:bodyPr/>
        <a:lstStyle/>
        <a:p>
          <a:endParaRPr lang="en-US"/>
        </a:p>
      </dgm:t>
    </dgm:pt>
    <dgm:pt modelId="{516D6518-1CF9-418A-9411-B0E964AE722E}" type="sibTrans" cxnId="{0304E61B-EBA7-4FDE-99BA-CEA5D5B72FDC}">
      <dgm:prSet/>
      <dgm:spPr/>
      <dgm:t>
        <a:bodyPr/>
        <a:lstStyle/>
        <a:p>
          <a:endParaRPr lang="en-US"/>
        </a:p>
      </dgm:t>
    </dgm:pt>
    <dgm:pt modelId="{68E9FB9D-F731-4B87-AC0A-32B1E5A09C1D}">
      <dgm:prSet/>
      <dgm:spPr/>
      <dgm:t>
        <a:bodyPr/>
        <a:lstStyle/>
        <a:p>
          <a:r>
            <a:rPr lang="en-US"/>
            <a:t>• Message history in OpenAI format</a:t>
          </a:r>
        </a:p>
      </dgm:t>
    </dgm:pt>
    <dgm:pt modelId="{7F7B3539-F6CB-4405-924B-93F84B4DBEA9}" type="parTrans" cxnId="{2E547DF3-7A5A-4FF0-AB92-9DCE27CBCE34}">
      <dgm:prSet/>
      <dgm:spPr/>
      <dgm:t>
        <a:bodyPr/>
        <a:lstStyle/>
        <a:p>
          <a:endParaRPr lang="en-US"/>
        </a:p>
      </dgm:t>
    </dgm:pt>
    <dgm:pt modelId="{A9855AFC-EF0F-47B3-A1A9-89004BE9706A}" type="sibTrans" cxnId="{2E547DF3-7A5A-4FF0-AB92-9DCE27CBCE34}">
      <dgm:prSet/>
      <dgm:spPr/>
      <dgm:t>
        <a:bodyPr/>
        <a:lstStyle/>
        <a:p>
          <a:endParaRPr lang="en-US"/>
        </a:p>
      </dgm:t>
    </dgm:pt>
    <dgm:pt modelId="{C447F2A3-F85F-44EF-A019-AC0F81C7C01C}">
      <dgm:prSet/>
      <dgm:spPr/>
      <dgm:t>
        <a:bodyPr/>
        <a:lstStyle/>
        <a:p>
          <a:r>
            <a:rPr lang="en-US"/>
            <a:t>• Dynamic response generation</a:t>
          </a:r>
        </a:p>
      </dgm:t>
    </dgm:pt>
    <dgm:pt modelId="{74EC1342-AC20-45CF-9353-FFB15A77020B}" type="parTrans" cxnId="{21A4FE52-CE19-4CEF-AAF5-D13355129EE7}">
      <dgm:prSet/>
      <dgm:spPr/>
      <dgm:t>
        <a:bodyPr/>
        <a:lstStyle/>
        <a:p>
          <a:endParaRPr lang="en-US"/>
        </a:p>
      </dgm:t>
    </dgm:pt>
    <dgm:pt modelId="{8CABDC20-29F1-4F16-BE0C-13E17CB0D3B7}" type="sibTrans" cxnId="{21A4FE52-CE19-4CEF-AAF5-D13355129EE7}">
      <dgm:prSet/>
      <dgm:spPr/>
      <dgm:t>
        <a:bodyPr/>
        <a:lstStyle/>
        <a:p>
          <a:endParaRPr lang="en-US"/>
        </a:p>
      </dgm:t>
    </dgm:pt>
    <dgm:pt modelId="{3EAF5588-CFD6-4E29-B44E-1540189740E6}">
      <dgm:prSet/>
      <dgm:spPr/>
      <dgm:t>
        <a:bodyPr/>
        <a:lstStyle/>
        <a:p>
          <a:r>
            <a:rPr lang="en-US"/>
            <a:t>• Configurable max tokens and model selection</a:t>
          </a:r>
        </a:p>
      </dgm:t>
    </dgm:pt>
    <dgm:pt modelId="{715E187D-289B-4341-ABAF-43A3A04BA632}" type="parTrans" cxnId="{1BA50708-0811-4CF3-86F5-308963FEFAE2}">
      <dgm:prSet/>
      <dgm:spPr/>
      <dgm:t>
        <a:bodyPr/>
        <a:lstStyle/>
        <a:p>
          <a:endParaRPr lang="en-US"/>
        </a:p>
      </dgm:t>
    </dgm:pt>
    <dgm:pt modelId="{DA0F3B19-F4DD-42E2-84D3-13AC2D07541B}" type="sibTrans" cxnId="{1BA50708-0811-4CF3-86F5-308963FEFAE2}">
      <dgm:prSet/>
      <dgm:spPr/>
      <dgm:t>
        <a:bodyPr/>
        <a:lstStyle/>
        <a:p>
          <a:endParaRPr lang="en-US"/>
        </a:p>
      </dgm:t>
    </dgm:pt>
    <dgm:pt modelId="{AC3E1077-C632-43DB-AADB-BDCDB01E55CE}">
      <dgm:prSet/>
      <dgm:spPr/>
      <dgm:t>
        <a:bodyPr/>
        <a:lstStyle/>
        <a:p>
          <a:r>
            <a:rPr lang="en-US"/>
            <a:t>✨ Demonstration Topic</a:t>
          </a:r>
        </a:p>
      </dgm:t>
    </dgm:pt>
    <dgm:pt modelId="{C97A2322-DD63-465E-A703-C62719E2B710}" type="parTrans" cxnId="{93FE9130-D998-4592-BFB1-F80BE0F3FB11}">
      <dgm:prSet/>
      <dgm:spPr/>
      <dgm:t>
        <a:bodyPr/>
        <a:lstStyle/>
        <a:p>
          <a:endParaRPr lang="en-US"/>
        </a:p>
      </dgm:t>
    </dgm:pt>
    <dgm:pt modelId="{1C19887A-F1FC-4B33-9ABE-73B03CDD1F0F}" type="sibTrans" cxnId="{93FE9130-D998-4592-BFB1-F80BE0F3FB11}">
      <dgm:prSet/>
      <dgm:spPr/>
      <dgm:t>
        <a:bodyPr/>
        <a:lstStyle/>
        <a:p>
          <a:endParaRPr lang="en-US"/>
        </a:p>
      </dgm:t>
    </dgm:pt>
    <dgm:pt modelId="{2AFB592A-FE86-449F-BC58-7C7378FAE53E}">
      <dgm:prSet/>
      <dgm:spPr/>
      <dgm:t>
        <a:bodyPr/>
        <a:lstStyle/>
        <a:p>
          <a:r>
            <a:rPr lang="en-US"/>
            <a:t>'What would happen if we could travel at light speed?'</a:t>
          </a:r>
        </a:p>
      </dgm:t>
    </dgm:pt>
    <dgm:pt modelId="{CD685E87-F7CD-49CB-A64A-267A1067590D}" type="parTrans" cxnId="{DE4B95FC-346D-4CE3-AF45-93BFC59D0C25}">
      <dgm:prSet/>
      <dgm:spPr/>
      <dgm:t>
        <a:bodyPr/>
        <a:lstStyle/>
        <a:p>
          <a:endParaRPr lang="en-US"/>
        </a:p>
      </dgm:t>
    </dgm:pt>
    <dgm:pt modelId="{77A0EA70-A043-4B0F-92FD-0E26156FF2AA}" type="sibTrans" cxnId="{DE4B95FC-346D-4CE3-AF45-93BFC59D0C25}">
      <dgm:prSet/>
      <dgm:spPr/>
      <dgm:t>
        <a:bodyPr/>
        <a:lstStyle/>
        <a:p>
          <a:endParaRPr lang="en-US"/>
        </a:p>
      </dgm:t>
    </dgm:pt>
    <dgm:pt modelId="{9DBE08C4-2D5A-1545-A829-27E783495BED}" type="pres">
      <dgm:prSet presAssocID="{92D4B723-0284-4316-98AB-BB6FF1E61EE7}" presName="Name0" presStyleCnt="0">
        <dgm:presLayoutVars>
          <dgm:dir/>
          <dgm:resizeHandles val="exact"/>
        </dgm:presLayoutVars>
      </dgm:prSet>
      <dgm:spPr/>
    </dgm:pt>
    <dgm:pt modelId="{0FA2A814-D6DD-2A43-B122-3F6318ED465E}" type="pres">
      <dgm:prSet presAssocID="{8236965F-6610-40AD-9A9A-216B90D3F48E}" presName="node" presStyleLbl="node1" presStyleIdx="0" presStyleCnt="12">
        <dgm:presLayoutVars>
          <dgm:bulletEnabled val="1"/>
        </dgm:presLayoutVars>
      </dgm:prSet>
      <dgm:spPr/>
    </dgm:pt>
    <dgm:pt modelId="{6C06B082-FF2E-9841-9D5A-F0882D0F5C4D}" type="pres">
      <dgm:prSet presAssocID="{02B43AFB-145E-41D2-AB21-331C7DA2B6CC}" presName="sibTrans" presStyleLbl="sibTrans1D1" presStyleIdx="0" presStyleCnt="11"/>
      <dgm:spPr/>
    </dgm:pt>
    <dgm:pt modelId="{B7B8CAB6-AAD4-0642-BF59-E040688089AD}" type="pres">
      <dgm:prSet presAssocID="{02B43AFB-145E-41D2-AB21-331C7DA2B6CC}" presName="connectorText" presStyleLbl="sibTrans1D1" presStyleIdx="0" presStyleCnt="11"/>
      <dgm:spPr/>
    </dgm:pt>
    <dgm:pt modelId="{8F5ED946-A7B2-4C47-8780-6D7E0CA70579}" type="pres">
      <dgm:prSet presAssocID="{6676FC4B-585E-4C4E-AF9F-03A049504856}" presName="node" presStyleLbl="node1" presStyleIdx="1" presStyleCnt="12">
        <dgm:presLayoutVars>
          <dgm:bulletEnabled val="1"/>
        </dgm:presLayoutVars>
      </dgm:prSet>
      <dgm:spPr/>
    </dgm:pt>
    <dgm:pt modelId="{0CEBB9CB-8341-DC41-9908-779263AE8ABE}" type="pres">
      <dgm:prSet presAssocID="{282FF913-8986-4233-B553-38E0CA4A2076}" presName="sibTrans" presStyleLbl="sibTrans1D1" presStyleIdx="1" presStyleCnt="11"/>
      <dgm:spPr/>
    </dgm:pt>
    <dgm:pt modelId="{86075BCB-B410-B147-975E-ABE106188315}" type="pres">
      <dgm:prSet presAssocID="{282FF913-8986-4233-B553-38E0CA4A2076}" presName="connectorText" presStyleLbl="sibTrans1D1" presStyleIdx="1" presStyleCnt="11"/>
      <dgm:spPr/>
    </dgm:pt>
    <dgm:pt modelId="{12C8D28B-7971-954E-9D8B-B72F6F6A0BBF}" type="pres">
      <dgm:prSet presAssocID="{EE48B93F-8D07-411D-8FB9-50A5B77143AF}" presName="node" presStyleLbl="node1" presStyleIdx="2" presStyleCnt="12">
        <dgm:presLayoutVars>
          <dgm:bulletEnabled val="1"/>
        </dgm:presLayoutVars>
      </dgm:prSet>
      <dgm:spPr/>
    </dgm:pt>
    <dgm:pt modelId="{A0E7AB3B-B9D8-D048-B763-8B313E470D24}" type="pres">
      <dgm:prSet presAssocID="{A6AD477C-AFD4-44E4-AC7B-6FE3DB68CD8C}" presName="sibTrans" presStyleLbl="sibTrans1D1" presStyleIdx="2" presStyleCnt="11"/>
      <dgm:spPr/>
    </dgm:pt>
    <dgm:pt modelId="{349AF03E-702E-F047-9F07-73CCBFF0A989}" type="pres">
      <dgm:prSet presAssocID="{A6AD477C-AFD4-44E4-AC7B-6FE3DB68CD8C}" presName="connectorText" presStyleLbl="sibTrans1D1" presStyleIdx="2" presStyleCnt="11"/>
      <dgm:spPr/>
    </dgm:pt>
    <dgm:pt modelId="{22C3F3E8-33E4-4846-B13A-68410E221229}" type="pres">
      <dgm:prSet presAssocID="{7BBE5FE2-FA55-4910-80AE-D62B265CAFBA}" presName="node" presStyleLbl="node1" presStyleIdx="3" presStyleCnt="12">
        <dgm:presLayoutVars>
          <dgm:bulletEnabled val="1"/>
        </dgm:presLayoutVars>
      </dgm:prSet>
      <dgm:spPr/>
    </dgm:pt>
    <dgm:pt modelId="{6E6C6F40-D9DD-9141-BE0A-383E3FCDE9B7}" type="pres">
      <dgm:prSet presAssocID="{D4113D11-9BA2-46A2-A647-D5C7FB8E6831}" presName="sibTrans" presStyleLbl="sibTrans1D1" presStyleIdx="3" presStyleCnt="11"/>
      <dgm:spPr/>
    </dgm:pt>
    <dgm:pt modelId="{29692ECE-FE66-A94E-B5C9-C3B448A55A4A}" type="pres">
      <dgm:prSet presAssocID="{D4113D11-9BA2-46A2-A647-D5C7FB8E6831}" presName="connectorText" presStyleLbl="sibTrans1D1" presStyleIdx="3" presStyleCnt="11"/>
      <dgm:spPr/>
    </dgm:pt>
    <dgm:pt modelId="{61BB0F3D-A623-6A41-BEE7-31FED5BDD8D2}" type="pres">
      <dgm:prSet presAssocID="{B966D279-782E-45B9-B3C0-9FF882F7EE42}" presName="node" presStyleLbl="node1" presStyleIdx="4" presStyleCnt="12">
        <dgm:presLayoutVars>
          <dgm:bulletEnabled val="1"/>
        </dgm:presLayoutVars>
      </dgm:prSet>
      <dgm:spPr/>
    </dgm:pt>
    <dgm:pt modelId="{86387376-223A-D647-BD04-172D42D04A99}" type="pres">
      <dgm:prSet presAssocID="{EF6AED3A-6DD2-462C-B1D1-0145D158452C}" presName="sibTrans" presStyleLbl="sibTrans1D1" presStyleIdx="4" presStyleCnt="11"/>
      <dgm:spPr/>
    </dgm:pt>
    <dgm:pt modelId="{5D31D194-F2BD-1C4D-A4E4-BA76B44A4674}" type="pres">
      <dgm:prSet presAssocID="{EF6AED3A-6DD2-462C-B1D1-0145D158452C}" presName="connectorText" presStyleLbl="sibTrans1D1" presStyleIdx="4" presStyleCnt="11"/>
      <dgm:spPr/>
    </dgm:pt>
    <dgm:pt modelId="{6E5035C0-76A8-EF4D-9CF3-0D9FF0A66CD3}" type="pres">
      <dgm:prSet presAssocID="{274062B9-1606-49BB-B24F-7525C550367E}" presName="node" presStyleLbl="node1" presStyleIdx="5" presStyleCnt="12">
        <dgm:presLayoutVars>
          <dgm:bulletEnabled val="1"/>
        </dgm:presLayoutVars>
      </dgm:prSet>
      <dgm:spPr/>
    </dgm:pt>
    <dgm:pt modelId="{BF3CFB6B-BB7C-454A-8502-A3EB7FDDB09B}" type="pres">
      <dgm:prSet presAssocID="{4C01A46F-C626-4BDA-ADCB-4BE97C6206D3}" presName="sibTrans" presStyleLbl="sibTrans1D1" presStyleIdx="5" presStyleCnt="11"/>
      <dgm:spPr/>
    </dgm:pt>
    <dgm:pt modelId="{1BFADBC9-4EE4-2F4A-A8EB-3D64BF3523B4}" type="pres">
      <dgm:prSet presAssocID="{4C01A46F-C626-4BDA-ADCB-4BE97C6206D3}" presName="connectorText" presStyleLbl="sibTrans1D1" presStyleIdx="5" presStyleCnt="11"/>
      <dgm:spPr/>
    </dgm:pt>
    <dgm:pt modelId="{6ADB10BC-4B61-6F4E-96CA-EE41AC5EF29C}" type="pres">
      <dgm:prSet presAssocID="{F55C5CFF-6C2E-4719-83DB-FF076296F005}" presName="node" presStyleLbl="node1" presStyleIdx="6" presStyleCnt="12">
        <dgm:presLayoutVars>
          <dgm:bulletEnabled val="1"/>
        </dgm:presLayoutVars>
      </dgm:prSet>
      <dgm:spPr/>
    </dgm:pt>
    <dgm:pt modelId="{93F9B371-ECD8-FA42-AC8F-9D58B29A5394}" type="pres">
      <dgm:prSet presAssocID="{516D6518-1CF9-418A-9411-B0E964AE722E}" presName="sibTrans" presStyleLbl="sibTrans1D1" presStyleIdx="6" presStyleCnt="11"/>
      <dgm:spPr/>
    </dgm:pt>
    <dgm:pt modelId="{39B3FD67-07D5-2B4A-AFD7-06D2230DF7D4}" type="pres">
      <dgm:prSet presAssocID="{516D6518-1CF9-418A-9411-B0E964AE722E}" presName="connectorText" presStyleLbl="sibTrans1D1" presStyleIdx="6" presStyleCnt="11"/>
      <dgm:spPr/>
    </dgm:pt>
    <dgm:pt modelId="{EF7DB3E8-9045-1D44-BC9D-37DAEA7D1636}" type="pres">
      <dgm:prSet presAssocID="{68E9FB9D-F731-4B87-AC0A-32B1E5A09C1D}" presName="node" presStyleLbl="node1" presStyleIdx="7" presStyleCnt="12">
        <dgm:presLayoutVars>
          <dgm:bulletEnabled val="1"/>
        </dgm:presLayoutVars>
      </dgm:prSet>
      <dgm:spPr/>
    </dgm:pt>
    <dgm:pt modelId="{0AF55D98-87DA-8B47-8C40-0F867AC2BAB2}" type="pres">
      <dgm:prSet presAssocID="{A9855AFC-EF0F-47B3-A1A9-89004BE9706A}" presName="sibTrans" presStyleLbl="sibTrans1D1" presStyleIdx="7" presStyleCnt="11"/>
      <dgm:spPr/>
    </dgm:pt>
    <dgm:pt modelId="{08C19C2E-9CCE-3645-9C22-86B609E24D8B}" type="pres">
      <dgm:prSet presAssocID="{A9855AFC-EF0F-47B3-A1A9-89004BE9706A}" presName="connectorText" presStyleLbl="sibTrans1D1" presStyleIdx="7" presStyleCnt="11"/>
      <dgm:spPr/>
    </dgm:pt>
    <dgm:pt modelId="{858A27B3-3C6F-4240-801C-CF50412799AD}" type="pres">
      <dgm:prSet presAssocID="{C447F2A3-F85F-44EF-A019-AC0F81C7C01C}" presName="node" presStyleLbl="node1" presStyleIdx="8" presStyleCnt="12">
        <dgm:presLayoutVars>
          <dgm:bulletEnabled val="1"/>
        </dgm:presLayoutVars>
      </dgm:prSet>
      <dgm:spPr/>
    </dgm:pt>
    <dgm:pt modelId="{5563AF25-D0B3-0F45-AB6B-057BAEFBBCCD}" type="pres">
      <dgm:prSet presAssocID="{8CABDC20-29F1-4F16-BE0C-13E17CB0D3B7}" presName="sibTrans" presStyleLbl="sibTrans1D1" presStyleIdx="8" presStyleCnt="11"/>
      <dgm:spPr/>
    </dgm:pt>
    <dgm:pt modelId="{D6AE8C18-D077-D148-A797-D310B3BD0947}" type="pres">
      <dgm:prSet presAssocID="{8CABDC20-29F1-4F16-BE0C-13E17CB0D3B7}" presName="connectorText" presStyleLbl="sibTrans1D1" presStyleIdx="8" presStyleCnt="11"/>
      <dgm:spPr/>
    </dgm:pt>
    <dgm:pt modelId="{4065DD39-6E18-484B-942F-E90232765E2C}" type="pres">
      <dgm:prSet presAssocID="{3EAF5588-CFD6-4E29-B44E-1540189740E6}" presName="node" presStyleLbl="node1" presStyleIdx="9" presStyleCnt="12">
        <dgm:presLayoutVars>
          <dgm:bulletEnabled val="1"/>
        </dgm:presLayoutVars>
      </dgm:prSet>
      <dgm:spPr/>
    </dgm:pt>
    <dgm:pt modelId="{00FB13A8-A98A-BD45-8C40-6DD1A809121D}" type="pres">
      <dgm:prSet presAssocID="{DA0F3B19-F4DD-42E2-84D3-13AC2D07541B}" presName="sibTrans" presStyleLbl="sibTrans1D1" presStyleIdx="9" presStyleCnt="11"/>
      <dgm:spPr/>
    </dgm:pt>
    <dgm:pt modelId="{70DC0A13-2AED-774F-8118-D846DA7FD455}" type="pres">
      <dgm:prSet presAssocID="{DA0F3B19-F4DD-42E2-84D3-13AC2D07541B}" presName="connectorText" presStyleLbl="sibTrans1D1" presStyleIdx="9" presStyleCnt="11"/>
      <dgm:spPr/>
    </dgm:pt>
    <dgm:pt modelId="{68825DE5-C86E-D44F-BA8C-E7C381554A6C}" type="pres">
      <dgm:prSet presAssocID="{AC3E1077-C632-43DB-AADB-BDCDB01E55CE}" presName="node" presStyleLbl="node1" presStyleIdx="10" presStyleCnt="12">
        <dgm:presLayoutVars>
          <dgm:bulletEnabled val="1"/>
        </dgm:presLayoutVars>
      </dgm:prSet>
      <dgm:spPr/>
    </dgm:pt>
    <dgm:pt modelId="{5B8FC0B5-48A2-CE4A-A334-09AABB658BB4}" type="pres">
      <dgm:prSet presAssocID="{1C19887A-F1FC-4B33-9ABE-73B03CDD1F0F}" presName="sibTrans" presStyleLbl="sibTrans1D1" presStyleIdx="10" presStyleCnt="11"/>
      <dgm:spPr/>
    </dgm:pt>
    <dgm:pt modelId="{65D8CA90-E985-AD46-8F76-F8AA76E4B89A}" type="pres">
      <dgm:prSet presAssocID="{1C19887A-F1FC-4B33-9ABE-73B03CDD1F0F}" presName="connectorText" presStyleLbl="sibTrans1D1" presStyleIdx="10" presStyleCnt="11"/>
      <dgm:spPr/>
    </dgm:pt>
    <dgm:pt modelId="{73354E27-682D-4646-ACAF-1C953020624A}" type="pres">
      <dgm:prSet presAssocID="{2AFB592A-FE86-449F-BC58-7C7378FAE53E}" presName="node" presStyleLbl="node1" presStyleIdx="11" presStyleCnt="12">
        <dgm:presLayoutVars>
          <dgm:bulletEnabled val="1"/>
        </dgm:presLayoutVars>
      </dgm:prSet>
      <dgm:spPr/>
    </dgm:pt>
  </dgm:ptLst>
  <dgm:cxnLst>
    <dgm:cxn modelId="{2D36B402-E94E-4009-A0AC-1CAF8F4040C1}" srcId="{92D4B723-0284-4316-98AB-BB6FF1E61EE7}" destId="{8236965F-6610-40AD-9A9A-216B90D3F48E}" srcOrd="0" destOrd="0" parTransId="{02A7BE57-925D-48D0-BD7C-4DA6D1CEBC56}" sibTransId="{02B43AFB-145E-41D2-AB21-331C7DA2B6CC}"/>
    <dgm:cxn modelId="{1BA50708-0811-4CF3-86F5-308963FEFAE2}" srcId="{92D4B723-0284-4316-98AB-BB6FF1E61EE7}" destId="{3EAF5588-CFD6-4E29-B44E-1540189740E6}" srcOrd="9" destOrd="0" parTransId="{715E187D-289B-4341-ABAF-43A3A04BA632}" sibTransId="{DA0F3B19-F4DD-42E2-84D3-13AC2D07541B}"/>
    <dgm:cxn modelId="{7547520B-2241-9C45-8666-683E26A1941B}" type="presOf" srcId="{AC3E1077-C632-43DB-AADB-BDCDB01E55CE}" destId="{68825DE5-C86E-D44F-BA8C-E7C381554A6C}" srcOrd="0" destOrd="0" presId="urn:microsoft.com/office/officeart/2016/7/layout/RepeatingBendingProcessNew"/>
    <dgm:cxn modelId="{CA4E3D0F-EFD3-034C-8A6E-FF1A91C7CCEF}" type="presOf" srcId="{4C01A46F-C626-4BDA-ADCB-4BE97C6206D3}" destId="{BF3CFB6B-BB7C-454A-8502-A3EB7FDDB09B}" srcOrd="0" destOrd="0" presId="urn:microsoft.com/office/officeart/2016/7/layout/RepeatingBendingProcessNew"/>
    <dgm:cxn modelId="{9E74B512-36CE-43C5-98B3-50FB39B6EE01}" srcId="{92D4B723-0284-4316-98AB-BB6FF1E61EE7}" destId="{274062B9-1606-49BB-B24F-7525C550367E}" srcOrd="5" destOrd="0" parTransId="{DC2E1ADC-4E3F-4C17-8A61-4C68A81E3936}" sibTransId="{4C01A46F-C626-4BDA-ADCB-4BE97C6206D3}"/>
    <dgm:cxn modelId="{C2495A18-84F2-EC47-A36B-3C6D8B2B45CF}" type="presOf" srcId="{516D6518-1CF9-418A-9411-B0E964AE722E}" destId="{93F9B371-ECD8-FA42-AC8F-9D58B29A5394}" srcOrd="0" destOrd="0" presId="urn:microsoft.com/office/officeart/2016/7/layout/RepeatingBendingProcessNew"/>
    <dgm:cxn modelId="{0304E61B-EBA7-4FDE-99BA-CEA5D5B72FDC}" srcId="{92D4B723-0284-4316-98AB-BB6FF1E61EE7}" destId="{F55C5CFF-6C2E-4719-83DB-FF076296F005}" srcOrd="6" destOrd="0" parTransId="{0FCBD372-E6C0-4C11-BF39-ABE6263DE7ED}" sibTransId="{516D6518-1CF9-418A-9411-B0E964AE722E}"/>
    <dgm:cxn modelId="{3AE1701D-DCD2-AA48-8C18-9EEBDF425BB2}" type="presOf" srcId="{516D6518-1CF9-418A-9411-B0E964AE722E}" destId="{39B3FD67-07D5-2B4A-AFD7-06D2230DF7D4}" srcOrd="1" destOrd="0" presId="urn:microsoft.com/office/officeart/2016/7/layout/RepeatingBendingProcessNew"/>
    <dgm:cxn modelId="{68C1DF1E-A62A-5A47-9A54-F3E063EFAF58}" type="presOf" srcId="{6676FC4B-585E-4C4E-AF9F-03A049504856}" destId="{8F5ED946-A7B2-4C47-8780-6D7E0CA70579}" srcOrd="0" destOrd="0" presId="urn:microsoft.com/office/officeart/2016/7/layout/RepeatingBendingProcessNew"/>
    <dgm:cxn modelId="{92D16620-588B-A24A-81FD-7EB6CDE81F64}" type="presOf" srcId="{282FF913-8986-4233-B553-38E0CA4A2076}" destId="{0CEBB9CB-8341-DC41-9908-779263AE8ABE}" srcOrd="0" destOrd="0" presId="urn:microsoft.com/office/officeart/2016/7/layout/RepeatingBendingProcessNew"/>
    <dgm:cxn modelId="{FCFF5222-7ADB-7A42-8E70-EA8138BDBCEF}" type="presOf" srcId="{A6AD477C-AFD4-44E4-AC7B-6FE3DB68CD8C}" destId="{349AF03E-702E-F047-9F07-73CCBFF0A989}" srcOrd="1" destOrd="0" presId="urn:microsoft.com/office/officeart/2016/7/layout/RepeatingBendingProcessNew"/>
    <dgm:cxn modelId="{08922726-EDCE-0144-A94B-9389B03A831D}" type="presOf" srcId="{DA0F3B19-F4DD-42E2-84D3-13AC2D07541B}" destId="{00FB13A8-A98A-BD45-8C40-6DD1A809121D}" srcOrd="0" destOrd="0" presId="urn:microsoft.com/office/officeart/2016/7/layout/RepeatingBendingProcessNew"/>
    <dgm:cxn modelId="{93FE9130-D998-4592-BFB1-F80BE0F3FB11}" srcId="{92D4B723-0284-4316-98AB-BB6FF1E61EE7}" destId="{AC3E1077-C632-43DB-AADB-BDCDB01E55CE}" srcOrd="10" destOrd="0" parTransId="{C97A2322-DD63-465E-A703-C62719E2B710}" sibTransId="{1C19887A-F1FC-4B33-9ABE-73B03CDD1F0F}"/>
    <dgm:cxn modelId="{DAEF3F34-67D5-6A44-B7F8-835B21F09AFB}" type="presOf" srcId="{D4113D11-9BA2-46A2-A647-D5C7FB8E6831}" destId="{6E6C6F40-D9DD-9141-BE0A-383E3FCDE9B7}" srcOrd="0" destOrd="0" presId="urn:microsoft.com/office/officeart/2016/7/layout/RepeatingBendingProcessNew"/>
    <dgm:cxn modelId="{817AB23D-2EE7-3942-8A45-D81792F68058}" type="presOf" srcId="{8CABDC20-29F1-4F16-BE0C-13E17CB0D3B7}" destId="{D6AE8C18-D077-D148-A797-D310B3BD0947}" srcOrd="1" destOrd="0" presId="urn:microsoft.com/office/officeart/2016/7/layout/RepeatingBendingProcessNew"/>
    <dgm:cxn modelId="{8C83A643-DD11-854B-8A16-4EAF7EC20BD8}" type="presOf" srcId="{1C19887A-F1FC-4B33-9ABE-73B03CDD1F0F}" destId="{5B8FC0B5-48A2-CE4A-A334-09AABB658BB4}" srcOrd="0" destOrd="0" presId="urn:microsoft.com/office/officeart/2016/7/layout/RepeatingBendingProcessNew"/>
    <dgm:cxn modelId="{94425B4D-9B00-3B4D-814A-6008A766A8FB}" type="presOf" srcId="{282FF913-8986-4233-B553-38E0CA4A2076}" destId="{86075BCB-B410-B147-975E-ABE106188315}" srcOrd="1" destOrd="0" presId="urn:microsoft.com/office/officeart/2016/7/layout/RepeatingBendingProcessNew"/>
    <dgm:cxn modelId="{963C294E-9C54-3B48-9274-92E56BD27AF1}" type="presOf" srcId="{02B43AFB-145E-41D2-AB21-331C7DA2B6CC}" destId="{B7B8CAB6-AAD4-0642-BF59-E040688089AD}" srcOrd="1" destOrd="0" presId="urn:microsoft.com/office/officeart/2016/7/layout/RepeatingBendingProcessNew"/>
    <dgm:cxn modelId="{2A0A6250-600E-8543-8CE0-224B75B80753}" type="presOf" srcId="{B966D279-782E-45B9-B3C0-9FF882F7EE42}" destId="{61BB0F3D-A623-6A41-BEE7-31FED5BDD8D2}" srcOrd="0" destOrd="0" presId="urn:microsoft.com/office/officeart/2016/7/layout/RepeatingBendingProcessNew"/>
    <dgm:cxn modelId="{21A4FE52-CE19-4CEF-AAF5-D13355129EE7}" srcId="{92D4B723-0284-4316-98AB-BB6FF1E61EE7}" destId="{C447F2A3-F85F-44EF-A019-AC0F81C7C01C}" srcOrd="8" destOrd="0" parTransId="{74EC1342-AC20-45CF-9353-FFB15A77020B}" sibTransId="{8CABDC20-29F1-4F16-BE0C-13E17CB0D3B7}"/>
    <dgm:cxn modelId="{F89E8D5C-2180-2D4C-BCC2-A980460F6E2F}" type="presOf" srcId="{C447F2A3-F85F-44EF-A019-AC0F81C7C01C}" destId="{858A27B3-3C6F-4240-801C-CF50412799AD}" srcOrd="0" destOrd="0" presId="urn:microsoft.com/office/officeart/2016/7/layout/RepeatingBendingProcessNew"/>
    <dgm:cxn modelId="{0D97F55F-0A73-6F48-B987-22C64942B47B}" type="presOf" srcId="{7BBE5FE2-FA55-4910-80AE-D62B265CAFBA}" destId="{22C3F3E8-33E4-4846-B13A-68410E221229}" srcOrd="0" destOrd="0" presId="urn:microsoft.com/office/officeart/2016/7/layout/RepeatingBendingProcessNew"/>
    <dgm:cxn modelId="{69510070-230C-E14B-8CCA-BEEE4BD276B9}" type="presOf" srcId="{2AFB592A-FE86-449F-BC58-7C7378FAE53E}" destId="{73354E27-682D-4646-ACAF-1C953020624A}" srcOrd="0" destOrd="0" presId="urn:microsoft.com/office/officeart/2016/7/layout/RepeatingBendingProcessNew"/>
    <dgm:cxn modelId="{9A91DC77-DAFB-4BFF-A2A5-8FD7A998D2E0}" srcId="{92D4B723-0284-4316-98AB-BB6FF1E61EE7}" destId="{EE48B93F-8D07-411D-8FB9-50A5B77143AF}" srcOrd="2" destOrd="0" parTransId="{FC046830-DC3F-417A-8D0F-AA73979466E5}" sibTransId="{A6AD477C-AFD4-44E4-AC7B-6FE3DB68CD8C}"/>
    <dgm:cxn modelId="{9605907B-CA50-E74A-BEE5-D716550BCBDA}" type="presOf" srcId="{EE48B93F-8D07-411D-8FB9-50A5B77143AF}" destId="{12C8D28B-7971-954E-9D8B-B72F6F6A0BBF}" srcOrd="0" destOrd="0" presId="urn:microsoft.com/office/officeart/2016/7/layout/RepeatingBendingProcessNew"/>
    <dgm:cxn modelId="{1ACB107E-F194-FD43-96F8-029A851EBB23}" type="presOf" srcId="{1C19887A-F1FC-4B33-9ABE-73B03CDD1F0F}" destId="{65D8CA90-E985-AD46-8F76-F8AA76E4B89A}" srcOrd="1" destOrd="0" presId="urn:microsoft.com/office/officeart/2016/7/layout/RepeatingBendingProcessNew"/>
    <dgm:cxn modelId="{5F7C7A85-DF33-5340-A95D-FEBC4E8B4B52}" type="presOf" srcId="{DA0F3B19-F4DD-42E2-84D3-13AC2D07541B}" destId="{70DC0A13-2AED-774F-8118-D846DA7FD455}" srcOrd="1" destOrd="0" presId="urn:microsoft.com/office/officeart/2016/7/layout/RepeatingBendingProcessNew"/>
    <dgm:cxn modelId="{7258C589-C557-AC47-93D3-F11C9974D3F7}" type="presOf" srcId="{D4113D11-9BA2-46A2-A647-D5C7FB8E6831}" destId="{29692ECE-FE66-A94E-B5C9-C3B448A55A4A}" srcOrd="1" destOrd="0" presId="urn:microsoft.com/office/officeart/2016/7/layout/RepeatingBendingProcessNew"/>
    <dgm:cxn modelId="{DC49A88E-516F-E540-A698-31677E9B9F45}" type="presOf" srcId="{A9855AFC-EF0F-47B3-A1A9-89004BE9706A}" destId="{08C19C2E-9CCE-3645-9C22-86B609E24D8B}" srcOrd="1" destOrd="0" presId="urn:microsoft.com/office/officeart/2016/7/layout/RepeatingBendingProcessNew"/>
    <dgm:cxn modelId="{D0F4279F-ADAD-DB4C-9EC1-6AABF1FF2223}" type="presOf" srcId="{8CABDC20-29F1-4F16-BE0C-13E17CB0D3B7}" destId="{5563AF25-D0B3-0F45-AB6B-057BAEFBBCCD}" srcOrd="0" destOrd="0" presId="urn:microsoft.com/office/officeart/2016/7/layout/RepeatingBendingProcessNew"/>
    <dgm:cxn modelId="{C01BC6A2-EEFD-4462-870C-6786FB21C3CD}" srcId="{92D4B723-0284-4316-98AB-BB6FF1E61EE7}" destId="{7BBE5FE2-FA55-4910-80AE-D62B265CAFBA}" srcOrd="3" destOrd="0" parTransId="{53D7C1C4-12FE-4E0D-869F-750322B14ECC}" sibTransId="{D4113D11-9BA2-46A2-A647-D5C7FB8E6831}"/>
    <dgm:cxn modelId="{6404E3AA-127B-4EF2-8AD5-0F910846481B}" srcId="{92D4B723-0284-4316-98AB-BB6FF1E61EE7}" destId="{6676FC4B-585E-4C4E-AF9F-03A049504856}" srcOrd="1" destOrd="0" parTransId="{89836C57-CBF7-45E8-8772-D2ECE3B7AD6B}" sibTransId="{282FF913-8986-4233-B553-38E0CA4A2076}"/>
    <dgm:cxn modelId="{8F4DB7AB-CAF1-8348-84EF-FCD858B8BC9C}" type="presOf" srcId="{A6AD477C-AFD4-44E4-AC7B-6FE3DB68CD8C}" destId="{A0E7AB3B-B9D8-D048-B763-8B313E470D24}" srcOrd="0" destOrd="0" presId="urn:microsoft.com/office/officeart/2016/7/layout/RepeatingBendingProcessNew"/>
    <dgm:cxn modelId="{2F0199B4-BB63-6546-987D-F4AA34D9C375}" type="presOf" srcId="{4C01A46F-C626-4BDA-ADCB-4BE97C6206D3}" destId="{1BFADBC9-4EE4-2F4A-A8EB-3D64BF3523B4}" srcOrd="1" destOrd="0" presId="urn:microsoft.com/office/officeart/2016/7/layout/RepeatingBendingProcessNew"/>
    <dgm:cxn modelId="{3CCC84BA-EC57-5B44-BAEF-A8CECDC15D06}" type="presOf" srcId="{68E9FB9D-F731-4B87-AC0A-32B1E5A09C1D}" destId="{EF7DB3E8-9045-1D44-BC9D-37DAEA7D1636}" srcOrd="0" destOrd="0" presId="urn:microsoft.com/office/officeart/2016/7/layout/RepeatingBendingProcessNew"/>
    <dgm:cxn modelId="{E7B506D5-0C15-4048-8423-9D9D838B1B0E}" srcId="{92D4B723-0284-4316-98AB-BB6FF1E61EE7}" destId="{B966D279-782E-45B9-B3C0-9FF882F7EE42}" srcOrd="4" destOrd="0" parTransId="{F9DC3752-49E0-41B9-AA39-9D57A2172D14}" sibTransId="{EF6AED3A-6DD2-462C-B1D1-0145D158452C}"/>
    <dgm:cxn modelId="{55CD3CDC-737C-9944-B1A8-B238F6A5BBA3}" type="presOf" srcId="{EF6AED3A-6DD2-462C-B1D1-0145D158452C}" destId="{86387376-223A-D647-BD04-172D42D04A99}" srcOrd="0" destOrd="0" presId="urn:microsoft.com/office/officeart/2016/7/layout/RepeatingBendingProcessNew"/>
    <dgm:cxn modelId="{CF3E1ADF-0D55-3444-AB45-4725E3459D91}" type="presOf" srcId="{8236965F-6610-40AD-9A9A-216B90D3F48E}" destId="{0FA2A814-D6DD-2A43-B122-3F6318ED465E}" srcOrd="0" destOrd="0" presId="urn:microsoft.com/office/officeart/2016/7/layout/RepeatingBendingProcessNew"/>
    <dgm:cxn modelId="{A1EE82E9-BAFF-F643-8010-6FB36C784753}" type="presOf" srcId="{02B43AFB-145E-41D2-AB21-331C7DA2B6CC}" destId="{6C06B082-FF2E-9841-9D5A-F0882D0F5C4D}" srcOrd="0" destOrd="0" presId="urn:microsoft.com/office/officeart/2016/7/layout/RepeatingBendingProcessNew"/>
    <dgm:cxn modelId="{6AFD2DEC-F0B5-D543-A263-C55E6D9C6D0B}" type="presOf" srcId="{92D4B723-0284-4316-98AB-BB6FF1E61EE7}" destId="{9DBE08C4-2D5A-1545-A829-27E783495BED}" srcOrd="0" destOrd="0" presId="urn:microsoft.com/office/officeart/2016/7/layout/RepeatingBendingProcessNew"/>
    <dgm:cxn modelId="{1E3847ED-5999-D145-A6C2-98C2B57DE87D}" type="presOf" srcId="{EF6AED3A-6DD2-462C-B1D1-0145D158452C}" destId="{5D31D194-F2BD-1C4D-A4E4-BA76B44A4674}" srcOrd="1" destOrd="0" presId="urn:microsoft.com/office/officeart/2016/7/layout/RepeatingBendingProcessNew"/>
    <dgm:cxn modelId="{E084BDED-1988-CD4C-9EC3-FA4519ED2F1B}" type="presOf" srcId="{F55C5CFF-6C2E-4719-83DB-FF076296F005}" destId="{6ADB10BC-4B61-6F4E-96CA-EE41AC5EF29C}" srcOrd="0" destOrd="0" presId="urn:microsoft.com/office/officeart/2016/7/layout/RepeatingBendingProcessNew"/>
    <dgm:cxn modelId="{863B98EF-7A0D-BA43-AA8E-CBCBEE101590}" type="presOf" srcId="{3EAF5588-CFD6-4E29-B44E-1540189740E6}" destId="{4065DD39-6E18-484B-942F-E90232765E2C}" srcOrd="0" destOrd="0" presId="urn:microsoft.com/office/officeart/2016/7/layout/RepeatingBendingProcessNew"/>
    <dgm:cxn modelId="{B54757F2-5EEA-2844-8F92-5FE240B38C29}" type="presOf" srcId="{A9855AFC-EF0F-47B3-A1A9-89004BE9706A}" destId="{0AF55D98-87DA-8B47-8C40-0F867AC2BAB2}" srcOrd="0" destOrd="0" presId="urn:microsoft.com/office/officeart/2016/7/layout/RepeatingBendingProcessNew"/>
    <dgm:cxn modelId="{2E547DF3-7A5A-4FF0-AB92-9DCE27CBCE34}" srcId="{92D4B723-0284-4316-98AB-BB6FF1E61EE7}" destId="{68E9FB9D-F731-4B87-AC0A-32B1E5A09C1D}" srcOrd="7" destOrd="0" parTransId="{7F7B3539-F6CB-4405-924B-93F84B4DBEA9}" sibTransId="{A9855AFC-EF0F-47B3-A1A9-89004BE9706A}"/>
    <dgm:cxn modelId="{711F96F4-05D6-9746-B29F-9CDE645C4928}" type="presOf" srcId="{274062B9-1606-49BB-B24F-7525C550367E}" destId="{6E5035C0-76A8-EF4D-9CF3-0D9FF0A66CD3}" srcOrd="0" destOrd="0" presId="urn:microsoft.com/office/officeart/2016/7/layout/RepeatingBendingProcessNew"/>
    <dgm:cxn modelId="{DE4B95FC-346D-4CE3-AF45-93BFC59D0C25}" srcId="{92D4B723-0284-4316-98AB-BB6FF1E61EE7}" destId="{2AFB592A-FE86-449F-BC58-7C7378FAE53E}" srcOrd="11" destOrd="0" parTransId="{CD685E87-F7CD-49CB-A64A-267A1067590D}" sibTransId="{77A0EA70-A043-4B0F-92FD-0E26156FF2AA}"/>
    <dgm:cxn modelId="{C8CDE77B-DC9D-8043-9F61-993114F284B1}" type="presParOf" srcId="{9DBE08C4-2D5A-1545-A829-27E783495BED}" destId="{0FA2A814-D6DD-2A43-B122-3F6318ED465E}" srcOrd="0" destOrd="0" presId="urn:microsoft.com/office/officeart/2016/7/layout/RepeatingBendingProcessNew"/>
    <dgm:cxn modelId="{2F18EEAE-253B-7644-8112-F226D2749307}" type="presParOf" srcId="{9DBE08C4-2D5A-1545-A829-27E783495BED}" destId="{6C06B082-FF2E-9841-9D5A-F0882D0F5C4D}" srcOrd="1" destOrd="0" presId="urn:microsoft.com/office/officeart/2016/7/layout/RepeatingBendingProcessNew"/>
    <dgm:cxn modelId="{51314342-9226-D749-A3CF-67D29BA70648}" type="presParOf" srcId="{6C06B082-FF2E-9841-9D5A-F0882D0F5C4D}" destId="{B7B8CAB6-AAD4-0642-BF59-E040688089AD}" srcOrd="0" destOrd="0" presId="urn:microsoft.com/office/officeart/2016/7/layout/RepeatingBendingProcessNew"/>
    <dgm:cxn modelId="{48652004-7409-EE45-B585-1399EB1E4770}" type="presParOf" srcId="{9DBE08C4-2D5A-1545-A829-27E783495BED}" destId="{8F5ED946-A7B2-4C47-8780-6D7E0CA70579}" srcOrd="2" destOrd="0" presId="urn:microsoft.com/office/officeart/2016/7/layout/RepeatingBendingProcessNew"/>
    <dgm:cxn modelId="{3EA3DBA4-337B-DE4F-B66B-42BFC0ED5C67}" type="presParOf" srcId="{9DBE08C4-2D5A-1545-A829-27E783495BED}" destId="{0CEBB9CB-8341-DC41-9908-779263AE8ABE}" srcOrd="3" destOrd="0" presId="urn:microsoft.com/office/officeart/2016/7/layout/RepeatingBendingProcessNew"/>
    <dgm:cxn modelId="{5095B06A-C9EA-9749-AFB8-CE932D7EFDAF}" type="presParOf" srcId="{0CEBB9CB-8341-DC41-9908-779263AE8ABE}" destId="{86075BCB-B410-B147-975E-ABE106188315}" srcOrd="0" destOrd="0" presId="urn:microsoft.com/office/officeart/2016/7/layout/RepeatingBendingProcessNew"/>
    <dgm:cxn modelId="{A6325A6B-3A6C-6D4D-81F1-98438DBA65E4}" type="presParOf" srcId="{9DBE08C4-2D5A-1545-A829-27E783495BED}" destId="{12C8D28B-7971-954E-9D8B-B72F6F6A0BBF}" srcOrd="4" destOrd="0" presId="urn:microsoft.com/office/officeart/2016/7/layout/RepeatingBendingProcessNew"/>
    <dgm:cxn modelId="{1ED94533-6D54-D942-9300-51C8F2DF2CAB}" type="presParOf" srcId="{9DBE08C4-2D5A-1545-A829-27E783495BED}" destId="{A0E7AB3B-B9D8-D048-B763-8B313E470D24}" srcOrd="5" destOrd="0" presId="urn:microsoft.com/office/officeart/2016/7/layout/RepeatingBendingProcessNew"/>
    <dgm:cxn modelId="{0806EF4D-EC6E-8B4E-9B51-D6157B63C396}" type="presParOf" srcId="{A0E7AB3B-B9D8-D048-B763-8B313E470D24}" destId="{349AF03E-702E-F047-9F07-73CCBFF0A989}" srcOrd="0" destOrd="0" presId="urn:microsoft.com/office/officeart/2016/7/layout/RepeatingBendingProcessNew"/>
    <dgm:cxn modelId="{95A086C8-AA6D-6B4B-AA56-C9FC85B5FB98}" type="presParOf" srcId="{9DBE08C4-2D5A-1545-A829-27E783495BED}" destId="{22C3F3E8-33E4-4846-B13A-68410E221229}" srcOrd="6" destOrd="0" presId="urn:microsoft.com/office/officeart/2016/7/layout/RepeatingBendingProcessNew"/>
    <dgm:cxn modelId="{CC08D81F-A066-1D40-8A19-89E19C06D2D8}" type="presParOf" srcId="{9DBE08C4-2D5A-1545-A829-27E783495BED}" destId="{6E6C6F40-D9DD-9141-BE0A-383E3FCDE9B7}" srcOrd="7" destOrd="0" presId="urn:microsoft.com/office/officeart/2016/7/layout/RepeatingBendingProcessNew"/>
    <dgm:cxn modelId="{9541628C-8EB5-8F4C-95AE-11E3A2DE7CE5}" type="presParOf" srcId="{6E6C6F40-D9DD-9141-BE0A-383E3FCDE9B7}" destId="{29692ECE-FE66-A94E-B5C9-C3B448A55A4A}" srcOrd="0" destOrd="0" presId="urn:microsoft.com/office/officeart/2016/7/layout/RepeatingBendingProcessNew"/>
    <dgm:cxn modelId="{9FC7F45E-803F-9F42-9671-CA30EC7A7D49}" type="presParOf" srcId="{9DBE08C4-2D5A-1545-A829-27E783495BED}" destId="{61BB0F3D-A623-6A41-BEE7-31FED5BDD8D2}" srcOrd="8" destOrd="0" presId="urn:microsoft.com/office/officeart/2016/7/layout/RepeatingBendingProcessNew"/>
    <dgm:cxn modelId="{0978866C-E769-564D-ACC1-F7B0A5C536D0}" type="presParOf" srcId="{9DBE08C4-2D5A-1545-A829-27E783495BED}" destId="{86387376-223A-D647-BD04-172D42D04A99}" srcOrd="9" destOrd="0" presId="urn:microsoft.com/office/officeart/2016/7/layout/RepeatingBendingProcessNew"/>
    <dgm:cxn modelId="{D2F23B9F-D41B-1344-8617-6C06AFF6C2D5}" type="presParOf" srcId="{86387376-223A-D647-BD04-172D42D04A99}" destId="{5D31D194-F2BD-1C4D-A4E4-BA76B44A4674}" srcOrd="0" destOrd="0" presId="urn:microsoft.com/office/officeart/2016/7/layout/RepeatingBendingProcessNew"/>
    <dgm:cxn modelId="{FE248A00-AC37-2F48-BD31-C31D41871BA9}" type="presParOf" srcId="{9DBE08C4-2D5A-1545-A829-27E783495BED}" destId="{6E5035C0-76A8-EF4D-9CF3-0D9FF0A66CD3}" srcOrd="10" destOrd="0" presId="urn:microsoft.com/office/officeart/2016/7/layout/RepeatingBendingProcessNew"/>
    <dgm:cxn modelId="{06F2AEEE-4BFC-F94D-A479-1AFD339E0BA0}" type="presParOf" srcId="{9DBE08C4-2D5A-1545-A829-27E783495BED}" destId="{BF3CFB6B-BB7C-454A-8502-A3EB7FDDB09B}" srcOrd="11" destOrd="0" presId="urn:microsoft.com/office/officeart/2016/7/layout/RepeatingBendingProcessNew"/>
    <dgm:cxn modelId="{11E087B4-EB50-8F4E-8293-9540A2E09F54}" type="presParOf" srcId="{BF3CFB6B-BB7C-454A-8502-A3EB7FDDB09B}" destId="{1BFADBC9-4EE4-2F4A-A8EB-3D64BF3523B4}" srcOrd="0" destOrd="0" presId="urn:microsoft.com/office/officeart/2016/7/layout/RepeatingBendingProcessNew"/>
    <dgm:cxn modelId="{E8B41165-8EB6-0943-987C-67228A7619E0}" type="presParOf" srcId="{9DBE08C4-2D5A-1545-A829-27E783495BED}" destId="{6ADB10BC-4B61-6F4E-96CA-EE41AC5EF29C}" srcOrd="12" destOrd="0" presId="urn:microsoft.com/office/officeart/2016/7/layout/RepeatingBendingProcessNew"/>
    <dgm:cxn modelId="{D08BA87F-8C16-9249-A140-407E4EABE7ED}" type="presParOf" srcId="{9DBE08C4-2D5A-1545-A829-27E783495BED}" destId="{93F9B371-ECD8-FA42-AC8F-9D58B29A5394}" srcOrd="13" destOrd="0" presId="urn:microsoft.com/office/officeart/2016/7/layout/RepeatingBendingProcessNew"/>
    <dgm:cxn modelId="{D42DB51E-DEA9-3144-BB88-0AD5E511901C}" type="presParOf" srcId="{93F9B371-ECD8-FA42-AC8F-9D58B29A5394}" destId="{39B3FD67-07D5-2B4A-AFD7-06D2230DF7D4}" srcOrd="0" destOrd="0" presId="urn:microsoft.com/office/officeart/2016/7/layout/RepeatingBendingProcessNew"/>
    <dgm:cxn modelId="{56031FDC-1FD0-1E44-8A99-0666490B298A}" type="presParOf" srcId="{9DBE08C4-2D5A-1545-A829-27E783495BED}" destId="{EF7DB3E8-9045-1D44-BC9D-37DAEA7D1636}" srcOrd="14" destOrd="0" presId="urn:microsoft.com/office/officeart/2016/7/layout/RepeatingBendingProcessNew"/>
    <dgm:cxn modelId="{B0CA2B8C-9A03-A14C-91E6-0EEF13191379}" type="presParOf" srcId="{9DBE08C4-2D5A-1545-A829-27E783495BED}" destId="{0AF55D98-87DA-8B47-8C40-0F867AC2BAB2}" srcOrd="15" destOrd="0" presId="urn:microsoft.com/office/officeart/2016/7/layout/RepeatingBendingProcessNew"/>
    <dgm:cxn modelId="{67256623-82D4-3A4D-8D9B-142F96965A53}" type="presParOf" srcId="{0AF55D98-87DA-8B47-8C40-0F867AC2BAB2}" destId="{08C19C2E-9CCE-3645-9C22-86B609E24D8B}" srcOrd="0" destOrd="0" presId="urn:microsoft.com/office/officeart/2016/7/layout/RepeatingBendingProcessNew"/>
    <dgm:cxn modelId="{CD03B8CE-3A0C-E240-9FF3-22D85F7A8DFD}" type="presParOf" srcId="{9DBE08C4-2D5A-1545-A829-27E783495BED}" destId="{858A27B3-3C6F-4240-801C-CF50412799AD}" srcOrd="16" destOrd="0" presId="urn:microsoft.com/office/officeart/2016/7/layout/RepeatingBendingProcessNew"/>
    <dgm:cxn modelId="{98D8906B-E222-7241-886F-D46C4B204C96}" type="presParOf" srcId="{9DBE08C4-2D5A-1545-A829-27E783495BED}" destId="{5563AF25-D0B3-0F45-AB6B-057BAEFBBCCD}" srcOrd="17" destOrd="0" presId="urn:microsoft.com/office/officeart/2016/7/layout/RepeatingBendingProcessNew"/>
    <dgm:cxn modelId="{52287730-2337-8247-B7BD-FE266EE45EB4}" type="presParOf" srcId="{5563AF25-D0B3-0F45-AB6B-057BAEFBBCCD}" destId="{D6AE8C18-D077-D148-A797-D310B3BD0947}" srcOrd="0" destOrd="0" presId="urn:microsoft.com/office/officeart/2016/7/layout/RepeatingBendingProcessNew"/>
    <dgm:cxn modelId="{C77FA7C9-FFA3-944B-BA72-F1DB8F048E76}" type="presParOf" srcId="{9DBE08C4-2D5A-1545-A829-27E783495BED}" destId="{4065DD39-6E18-484B-942F-E90232765E2C}" srcOrd="18" destOrd="0" presId="urn:microsoft.com/office/officeart/2016/7/layout/RepeatingBendingProcessNew"/>
    <dgm:cxn modelId="{9A6F9C6A-D883-114F-8A1D-60CB94BD564D}" type="presParOf" srcId="{9DBE08C4-2D5A-1545-A829-27E783495BED}" destId="{00FB13A8-A98A-BD45-8C40-6DD1A809121D}" srcOrd="19" destOrd="0" presId="urn:microsoft.com/office/officeart/2016/7/layout/RepeatingBendingProcessNew"/>
    <dgm:cxn modelId="{03A8E821-C75C-B744-A7F0-AC0768D8C38B}" type="presParOf" srcId="{00FB13A8-A98A-BD45-8C40-6DD1A809121D}" destId="{70DC0A13-2AED-774F-8118-D846DA7FD455}" srcOrd="0" destOrd="0" presId="urn:microsoft.com/office/officeart/2016/7/layout/RepeatingBendingProcessNew"/>
    <dgm:cxn modelId="{3D5F18FA-7132-C441-911C-8FE6399DBA9F}" type="presParOf" srcId="{9DBE08C4-2D5A-1545-A829-27E783495BED}" destId="{68825DE5-C86E-D44F-BA8C-E7C381554A6C}" srcOrd="20" destOrd="0" presId="urn:microsoft.com/office/officeart/2016/7/layout/RepeatingBendingProcessNew"/>
    <dgm:cxn modelId="{7A2146EC-DC1D-E841-B37D-3C30ED77ADD2}" type="presParOf" srcId="{9DBE08C4-2D5A-1545-A829-27E783495BED}" destId="{5B8FC0B5-48A2-CE4A-A334-09AABB658BB4}" srcOrd="21" destOrd="0" presId="urn:microsoft.com/office/officeart/2016/7/layout/RepeatingBendingProcessNew"/>
    <dgm:cxn modelId="{E56A769A-9E19-4D44-8537-D62055387B28}" type="presParOf" srcId="{5B8FC0B5-48A2-CE4A-A334-09AABB658BB4}" destId="{65D8CA90-E985-AD46-8F76-F8AA76E4B89A}" srcOrd="0" destOrd="0" presId="urn:microsoft.com/office/officeart/2016/7/layout/RepeatingBendingProcessNew"/>
    <dgm:cxn modelId="{CE104859-2886-9B49-9835-A4B726A7B9FB}" type="presParOf" srcId="{9DBE08C4-2D5A-1545-A829-27E783495BED}" destId="{73354E27-682D-4646-ACAF-1C953020624A}" srcOrd="2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B9BFC51-AF75-42A7-9404-E3938B06DA6E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B0F466A-51B9-4F04-8EA0-EFA0B7D9E391}">
      <dgm:prSet/>
      <dgm:spPr/>
      <dgm:t>
        <a:bodyPr/>
        <a:lstStyle/>
        <a:p>
          <a:r>
            <a:rPr lang="en-US"/>
            <a:t>📌 Main Takeaways</a:t>
          </a:r>
        </a:p>
      </dgm:t>
    </dgm:pt>
    <dgm:pt modelId="{EAD6981B-BB1B-42BA-B523-C55140068A74}" type="parTrans" cxnId="{1EFE4266-A6E4-4AFC-BFC5-8E3B2791F3E6}">
      <dgm:prSet/>
      <dgm:spPr/>
      <dgm:t>
        <a:bodyPr/>
        <a:lstStyle/>
        <a:p>
          <a:endParaRPr lang="en-US"/>
        </a:p>
      </dgm:t>
    </dgm:pt>
    <dgm:pt modelId="{B5C8D260-B6BB-4C11-9C77-0911A21FBE56}" type="sibTrans" cxnId="{1EFE4266-A6E4-4AFC-BFC5-8E3B2791F3E6}">
      <dgm:prSet/>
      <dgm:spPr/>
      <dgm:t>
        <a:bodyPr/>
        <a:lstStyle/>
        <a:p>
          <a:endParaRPr lang="en-US"/>
        </a:p>
      </dgm:t>
    </dgm:pt>
    <dgm:pt modelId="{FAB5433C-2D5F-41BB-A5B8-0EE8293D14FB}">
      <dgm:prSet/>
      <dgm:spPr/>
      <dgm:t>
        <a:bodyPr/>
        <a:lstStyle/>
        <a:p>
          <a:r>
            <a:rPr lang="en-US"/>
            <a:t>• VAE excels at generation due to structured latent space</a:t>
          </a:r>
        </a:p>
      </dgm:t>
    </dgm:pt>
    <dgm:pt modelId="{04D1723F-FB0F-4757-8338-CFC22F0E91A3}" type="parTrans" cxnId="{527A1C08-4A41-4116-B953-79F9DA7FADBD}">
      <dgm:prSet/>
      <dgm:spPr/>
      <dgm:t>
        <a:bodyPr/>
        <a:lstStyle/>
        <a:p>
          <a:endParaRPr lang="en-US"/>
        </a:p>
      </dgm:t>
    </dgm:pt>
    <dgm:pt modelId="{60AD7D5D-8CA7-46F3-BC1B-5297061C56EA}" type="sibTrans" cxnId="{527A1C08-4A41-4116-B953-79F9DA7FADBD}">
      <dgm:prSet/>
      <dgm:spPr/>
      <dgm:t>
        <a:bodyPr/>
        <a:lstStyle/>
        <a:p>
          <a:endParaRPr lang="en-US"/>
        </a:p>
      </dgm:t>
    </dgm:pt>
    <dgm:pt modelId="{85A146CD-A6C6-4EAD-AF2F-E7C63D3D3BF6}">
      <dgm:prSet/>
      <dgm:spPr/>
      <dgm:t>
        <a:bodyPr/>
        <a:lstStyle/>
        <a:p>
          <a:r>
            <a:rPr lang="en-US"/>
            <a:t>• Multi-agent systems enable complex AI interactions</a:t>
          </a:r>
        </a:p>
      </dgm:t>
    </dgm:pt>
    <dgm:pt modelId="{A78D42F3-FF13-43BC-A5D9-F1CD301256F0}" type="parTrans" cxnId="{3A5DFDEA-7CAC-4CA6-A34D-77B1BB0B6B3C}">
      <dgm:prSet/>
      <dgm:spPr/>
      <dgm:t>
        <a:bodyPr/>
        <a:lstStyle/>
        <a:p>
          <a:endParaRPr lang="en-US"/>
        </a:p>
      </dgm:t>
    </dgm:pt>
    <dgm:pt modelId="{8E753750-28DE-437A-BD70-195F9784A90D}" type="sibTrans" cxnId="{3A5DFDEA-7CAC-4CA6-A34D-77B1BB0B6B3C}">
      <dgm:prSet/>
      <dgm:spPr/>
      <dgm:t>
        <a:bodyPr/>
        <a:lstStyle/>
        <a:p>
          <a:endParaRPr lang="en-US"/>
        </a:p>
      </dgm:t>
    </dgm:pt>
    <dgm:pt modelId="{10E9C66B-96A4-4400-A9DD-1D47F1B6FBDD}">
      <dgm:prSet/>
      <dgm:spPr/>
      <dgm:t>
        <a:bodyPr/>
        <a:lstStyle/>
        <a:p>
          <a:r>
            <a:rPr lang="en-US"/>
            <a:t>• Claude API provides robust agent implementation</a:t>
          </a:r>
        </a:p>
      </dgm:t>
    </dgm:pt>
    <dgm:pt modelId="{3DC3FC38-054A-4B5D-8D7D-7BFD7FB153B0}" type="parTrans" cxnId="{EBF84624-4149-4690-9ED4-D06AD3EF5A2E}">
      <dgm:prSet/>
      <dgm:spPr/>
      <dgm:t>
        <a:bodyPr/>
        <a:lstStyle/>
        <a:p>
          <a:endParaRPr lang="en-US"/>
        </a:p>
      </dgm:t>
    </dgm:pt>
    <dgm:pt modelId="{A9D91B1C-551F-495D-BE95-43B0A6E0C91A}" type="sibTrans" cxnId="{EBF84624-4149-4690-9ED4-D06AD3EF5A2E}">
      <dgm:prSet/>
      <dgm:spPr/>
      <dgm:t>
        <a:bodyPr/>
        <a:lstStyle/>
        <a:p>
          <a:endParaRPr lang="en-US"/>
        </a:p>
      </dgm:t>
    </dgm:pt>
    <dgm:pt modelId="{F53FC23F-C693-4E5B-9D16-5CE158F326AA}">
      <dgm:prSet/>
      <dgm:spPr/>
      <dgm:t>
        <a:bodyPr/>
        <a:lstStyle/>
        <a:p>
          <a:r>
            <a:rPr lang="en-US"/>
            <a:t>🚀 Future Enhancements</a:t>
          </a:r>
        </a:p>
      </dgm:t>
    </dgm:pt>
    <dgm:pt modelId="{2163616D-F2CF-4B58-81C3-C46FEF2D7ED8}" type="parTrans" cxnId="{E8DBDE91-5C91-4A54-8DAA-F830FAD6F914}">
      <dgm:prSet/>
      <dgm:spPr/>
      <dgm:t>
        <a:bodyPr/>
        <a:lstStyle/>
        <a:p>
          <a:endParaRPr lang="en-US"/>
        </a:p>
      </dgm:t>
    </dgm:pt>
    <dgm:pt modelId="{0C26BBE1-596F-4633-B4C8-AF6AA55F1553}" type="sibTrans" cxnId="{E8DBDE91-5C91-4A54-8DAA-F830FAD6F914}">
      <dgm:prSet/>
      <dgm:spPr/>
      <dgm:t>
        <a:bodyPr/>
        <a:lstStyle/>
        <a:p>
          <a:endParaRPr lang="en-US"/>
        </a:p>
      </dgm:t>
    </dgm:pt>
    <dgm:pt modelId="{C0F17F89-A174-4A87-8D3F-1E8A44BB1BDA}">
      <dgm:prSet/>
      <dgm:spPr/>
      <dgm:t>
        <a:bodyPr/>
        <a:lstStyle/>
        <a:p>
          <a:r>
            <a:rPr lang="en-US"/>
            <a:t>Autoencoders:</a:t>
          </a:r>
        </a:p>
      </dgm:t>
    </dgm:pt>
    <dgm:pt modelId="{F5EFE6E0-C15B-425D-A165-0EC694FF420A}" type="parTrans" cxnId="{C941B60E-D0A7-4EEB-AE53-795FC1B3AFDF}">
      <dgm:prSet/>
      <dgm:spPr/>
      <dgm:t>
        <a:bodyPr/>
        <a:lstStyle/>
        <a:p>
          <a:endParaRPr lang="en-US"/>
        </a:p>
      </dgm:t>
    </dgm:pt>
    <dgm:pt modelId="{67C96486-CA99-4296-8737-E1DF61DA5B0C}" type="sibTrans" cxnId="{C941B60E-D0A7-4EEB-AE53-795FC1B3AFDF}">
      <dgm:prSet/>
      <dgm:spPr/>
      <dgm:t>
        <a:bodyPr/>
        <a:lstStyle/>
        <a:p>
          <a:endParaRPr lang="en-US"/>
        </a:p>
      </dgm:t>
    </dgm:pt>
    <dgm:pt modelId="{34611DED-70C6-4ABB-8C4A-499218C2AB99}">
      <dgm:prSet/>
      <dgm:spPr/>
      <dgm:t>
        <a:bodyPr/>
        <a:lstStyle/>
        <a:p>
          <a:r>
            <a:rPr lang="en-US"/>
            <a:t>• Convolutional architectures for better image quality</a:t>
          </a:r>
        </a:p>
      </dgm:t>
    </dgm:pt>
    <dgm:pt modelId="{64B3EFF0-9EA8-4AEB-B4F3-BC8DBD9FA21E}" type="parTrans" cxnId="{D7BA8574-EAE8-4558-8FD2-626AFA13D3C4}">
      <dgm:prSet/>
      <dgm:spPr/>
      <dgm:t>
        <a:bodyPr/>
        <a:lstStyle/>
        <a:p>
          <a:endParaRPr lang="en-US"/>
        </a:p>
      </dgm:t>
    </dgm:pt>
    <dgm:pt modelId="{163230E6-1F8C-4650-87D2-0E93CE0E9701}" type="sibTrans" cxnId="{D7BA8574-EAE8-4558-8FD2-626AFA13D3C4}">
      <dgm:prSet/>
      <dgm:spPr/>
      <dgm:t>
        <a:bodyPr/>
        <a:lstStyle/>
        <a:p>
          <a:endParaRPr lang="en-US"/>
        </a:p>
      </dgm:t>
    </dgm:pt>
    <dgm:pt modelId="{A4D13D5D-C15D-41D9-ADB7-DECDF82567F1}">
      <dgm:prSet/>
      <dgm:spPr/>
      <dgm:t>
        <a:bodyPr/>
        <a:lstStyle/>
        <a:p>
          <a:r>
            <a:rPr lang="en-US"/>
            <a:t>• β-VAE for controlled disentanglement</a:t>
          </a:r>
        </a:p>
      </dgm:t>
    </dgm:pt>
    <dgm:pt modelId="{080BB1F7-D2F6-467E-93F5-4F726C9F8218}" type="parTrans" cxnId="{F2484BAA-744E-4C00-90A0-E8A949B51628}">
      <dgm:prSet/>
      <dgm:spPr/>
      <dgm:t>
        <a:bodyPr/>
        <a:lstStyle/>
        <a:p>
          <a:endParaRPr lang="en-US"/>
        </a:p>
      </dgm:t>
    </dgm:pt>
    <dgm:pt modelId="{8119F790-6ECD-4DE5-A511-D7EC1216CD52}" type="sibTrans" cxnId="{F2484BAA-744E-4C00-90A0-E8A949B51628}">
      <dgm:prSet/>
      <dgm:spPr/>
      <dgm:t>
        <a:bodyPr/>
        <a:lstStyle/>
        <a:p>
          <a:endParaRPr lang="en-US"/>
        </a:p>
      </dgm:t>
    </dgm:pt>
    <dgm:pt modelId="{DF1AFB9D-22B9-44AE-A3A4-46E5A16A302C}">
      <dgm:prSet/>
      <dgm:spPr/>
      <dgm:t>
        <a:bodyPr/>
        <a:lstStyle/>
        <a:p>
          <a:r>
            <a:rPr lang="en-US"/>
            <a:t>• Conditional generation (specify digit class)</a:t>
          </a:r>
        </a:p>
      </dgm:t>
    </dgm:pt>
    <dgm:pt modelId="{F1AFCBF0-CDEB-40CE-9B37-1EDD6F9BCD1C}" type="parTrans" cxnId="{BFB89CBB-29AE-49E3-A235-2F96B98EF1D3}">
      <dgm:prSet/>
      <dgm:spPr/>
      <dgm:t>
        <a:bodyPr/>
        <a:lstStyle/>
        <a:p>
          <a:endParaRPr lang="en-US"/>
        </a:p>
      </dgm:t>
    </dgm:pt>
    <dgm:pt modelId="{61904307-CF5E-48AC-8AA0-2A1DEF08962C}" type="sibTrans" cxnId="{BFB89CBB-29AE-49E3-A235-2F96B98EF1D3}">
      <dgm:prSet/>
      <dgm:spPr/>
      <dgm:t>
        <a:bodyPr/>
        <a:lstStyle/>
        <a:p>
          <a:endParaRPr lang="en-US"/>
        </a:p>
      </dgm:t>
    </dgm:pt>
    <dgm:pt modelId="{D518E5C5-66D0-4108-A713-87BE2D625504}">
      <dgm:prSet/>
      <dgm:spPr/>
      <dgm:t>
        <a:bodyPr/>
        <a:lstStyle/>
        <a:p>
          <a:r>
            <a:rPr lang="en-US"/>
            <a:t>Multi-Agent Systems:</a:t>
          </a:r>
        </a:p>
      </dgm:t>
    </dgm:pt>
    <dgm:pt modelId="{C2E96F4D-B18C-4CEA-8871-3E61470FABF9}" type="parTrans" cxnId="{62D56FC5-BB47-463D-BD0F-4F620EF02FDC}">
      <dgm:prSet/>
      <dgm:spPr/>
      <dgm:t>
        <a:bodyPr/>
        <a:lstStyle/>
        <a:p>
          <a:endParaRPr lang="en-US"/>
        </a:p>
      </dgm:t>
    </dgm:pt>
    <dgm:pt modelId="{8B24F2D9-5124-409D-BAD1-E9EA14D0A0E7}" type="sibTrans" cxnId="{62D56FC5-BB47-463D-BD0F-4F620EF02FDC}">
      <dgm:prSet/>
      <dgm:spPr/>
      <dgm:t>
        <a:bodyPr/>
        <a:lstStyle/>
        <a:p>
          <a:endParaRPr lang="en-US"/>
        </a:p>
      </dgm:t>
    </dgm:pt>
    <dgm:pt modelId="{B7EF8409-85DB-4D09-A7B4-94DCAC375363}">
      <dgm:prSet/>
      <dgm:spPr/>
      <dgm:t>
        <a:bodyPr/>
        <a:lstStyle/>
        <a:p>
          <a:r>
            <a:rPr lang="en-US"/>
            <a:t>• Tool-using capabilities (search, calculator)</a:t>
          </a:r>
        </a:p>
      </dgm:t>
    </dgm:pt>
    <dgm:pt modelId="{7647B095-C217-4F92-8408-4300C956A0A2}" type="parTrans" cxnId="{B92754A1-462E-4F0D-BCF0-6E97D5B777BB}">
      <dgm:prSet/>
      <dgm:spPr/>
      <dgm:t>
        <a:bodyPr/>
        <a:lstStyle/>
        <a:p>
          <a:endParaRPr lang="en-US"/>
        </a:p>
      </dgm:t>
    </dgm:pt>
    <dgm:pt modelId="{5A8DBC80-B8F1-4127-A51A-F9423B4105DC}" type="sibTrans" cxnId="{B92754A1-462E-4F0D-BCF0-6E97D5B777BB}">
      <dgm:prSet/>
      <dgm:spPr/>
      <dgm:t>
        <a:bodyPr/>
        <a:lstStyle/>
        <a:p>
          <a:endParaRPr lang="en-US"/>
        </a:p>
      </dgm:t>
    </dgm:pt>
    <dgm:pt modelId="{F1AC8D2B-90F4-47DA-9A8B-4BB4E6E9EEC4}">
      <dgm:prSet/>
      <dgm:spPr/>
      <dgm:t>
        <a:bodyPr/>
        <a:lstStyle/>
        <a:p>
          <a:r>
            <a:rPr lang="en-US"/>
            <a:t>• Multi-agent collaboration on complex tasks</a:t>
          </a:r>
        </a:p>
      </dgm:t>
    </dgm:pt>
    <dgm:pt modelId="{F243D74A-687A-4015-AD56-BB5F6FC433AC}" type="parTrans" cxnId="{B1FF410E-0932-4B0A-90A8-8E09F66651FA}">
      <dgm:prSet/>
      <dgm:spPr/>
      <dgm:t>
        <a:bodyPr/>
        <a:lstStyle/>
        <a:p>
          <a:endParaRPr lang="en-US"/>
        </a:p>
      </dgm:t>
    </dgm:pt>
    <dgm:pt modelId="{9B95DEBF-58FE-4649-A491-26E1EEE30D24}" type="sibTrans" cxnId="{B1FF410E-0932-4B0A-90A8-8E09F66651FA}">
      <dgm:prSet/>
      <dgm:spPr/>
      <dgm:t>
        <a:bodyPr/>
        <a:lstStyle/>
        <a:p>
          <a:endParaRPr lang="en-US"/>
        </a:p>
      </dgm:t>
    </dgm:pt>
    <dgm:pt modelId="{8ABBCFF6-47AE-4FD8-986F-B7B7D1644E19}">
      <dgm:prSet/>
      <dgm:spPr/>
      <dgm:t>
        <a:bodyPr/>
        <a:lstStyle/>
        <a:p>
          <a:r>
            <a:rPr lang="en-US"/>
            <a:t>• Memory systems for long-term context</a:t>
          </a:r>
        </a:p>
      </dgm:t>
    </dgm:pt>
    <dgm:pt modelId="{A2DD76DC-6A74-49B0-A9BA-DA9D6AC3D746}" type="parTrans" cxnId="{D6B404B1-33C4-46B5-9D4E-2FEC9A96D146}">
      <dgm:prSet/>
      <dgm:spPr/>
      <dgm:t>
        <a:bodyPr/>
        <a:lstStyle/>
        <a:p>
          <a:endParaRPr lang="en-US"/>
        </a:p>
      </dgm:t>
    </dgm:pt>
    <dgm:pt modelId="{3940D1C7-B3F9-40B2-8334-9348F40C53C8}" type="sibTrans" cxnId="{D6B404B1-33C4-46B5-9D4E-2FEC9A96D146}">
      <dgm:prSet/>
      <dgm:spPr/>
      <dgm:t>
        <a:bodyPr/>
        <a:lstStyle/>
        <a:p>
          <a:endParaRPr lang="en-US"/>
        </a:p>
      </dgm:t>
    </dgm:pt>
    <dgm:pt modelId="{FAC9461A-8498-594F-8C7E-4260C86A28BF}" type="pres">
      <dgm:prSet presAssocID="{8B9BFC51-AF75-42A7-9404-E3938B06DA6E}" presName="diagram" presStyleCnt="0">
        <dgm:presLayoutVars>
          <dgm:dir/>
          <dgm:resizeHandles val="exact"/>
        </dgm:presLayoutVars>
      </dgm:prSet>
      <dgm:spPr/>
    </dgm:pt>
    <dgm:pt modelId="{54E84E7C-54BA-3041-A9D0-63637791F546}" type="pres">
      <dgm:prSet presAssocID="{0B0F466A-51B9-4F04-8EA0-EFA0B7D9E391}" presName="node" presStyleLbl="node1" presStyleIdx="0" presStyleCnt="13">
        <dgm:presLayoutVars>
          <dgm:bulletEnabled val="1"/>
        </dgm:presLayoutVars>
      </dgm:prSet>
      <dgm:spPr/>
    </dgm:pt>
    <dgm:pt modelId="{157E72D5-6543-7942-9ED0-2A47E2AE1267}" type="pres">
      <dgm:prSet presAssocID="{B5C8D260-B6BB-4C11-9C77-0911A21FBE56}" presName="sibTrans" presStyleCnt="0"/>
      <dgm:spPr/>
    </dgm:pt>
    <dgm:pt modelId="{78A26BC3-AC1E-2C43-B280-63472FECDA9A}" type="pres">
      <dgm:prSet presAssocID="{FAB5433C-2D5F-41BB-A5B8-0EE8293D14FB}" presName="node" presStyleLbl="node1" presStyleIdx="1" presStyleCnt="13">
        <dgm:presLayoutVars>
          <dgm:bulletEnabled val="1"/>
        </dgm:presLayoutVars>
      </dgm:prSet>
      <dgm:spPr/>
    </dgm:pt>
    <dgm:pt modelId="{DC2DD054-8014-1143-9D53-ECC2FE7051B8}" type="pres">
      <dgm:prSet presAssocID="{60AD7D5D-8CA7-46F3-BC1B-5297061C56EA}" presName="sibTrans" presStyleCnt="0"/>
      <dgm:spPr/>
    </dgm:pt>
    <dgm:pt modelId="{F282A49F-0667-F14E-A8FF-526DE6161F2C}" type="pres">
      <dgm:prSet presAssocID="{85A146CD-A6C6-4EAD-AF2F-E7C63D3D3BF6}" presName="node" presStyleLbl="node1" presStyleIdx="2" presStyleCnt="13">
        <dgm:presLayoutVars>
          <dgm:bulletEnabled val="1"/>
        </dgm:presLayoutVars>
      </dgm:prSet>
      <dgm:spPr/>
    </dgm:pt>
    <dgm:pt modelId="{DE211A21-009B-AE4C-A3DA-C4401A86C4E6}" type="pres">
      <dgm:prSet presAssocID="{8E753750-28DE-437A-BD70-195F9784A90D}" presName="sibTrans" presStyleCnt="0"/>
      <dgm:spPr/>
    </dgm:pt>
    <dgm:pt modelId="{8A62F2CB-86E2-AA46-911A-157EC392A354}" type="pres">
      <dgm:prSet presAssocID="{10E9C66B-96A4-4400-A9DD-1D47F1B6FBDD}" presName="node" presStyleLbl="node1" presStyleIdx="3" presStyleCnt="13">
        <dgm:presLayoutVars>
          <dgm:bulletEnabled val="1"/>
        </dgm:presLayoutVars>
      </dgm:prSet>
      <dgm:spPr/>
    </dgm:pt>
    <dgm:pt modelId="{545F04C9-B1E4-5D4A-ADBA-D332B4C12A73}" type="pres">
      <dgm:prSet presAssocID="{A9D91B1C-551F-495D-BE95-43B0A6E0C91A}" presName="sibTrans" presStyleCnt="0"/>
      <dgm:spPr/>
    </dgm:pt>
    <dgm:pt modelId="{FDF5219C-7DEE-6A4F-9852-3D021B712243}" type="pres">
      <dgm:prSet presAssocID="{F53FC23F-C693-4E5B-9D16-5CE158F326AA}" presName="node" presStyleLbl="node1" presStyleIdx="4" presStyleCnt="13">
        <dgm:presLayoutVars>
          <dgm:bulletEnabled val="1"/>
        </dgm:presLayoutVars>
      </dgm:prSet>
      <dgm:spPr/>
    </dgm:pt>
    <dgm:pt modelId="{33582C31-8D8D-D341-9380-77D516ED3691}" type="pres">
      <dgm:prSet presAssocID="{0C26BBE1-596F-4633-B4C8-AF6AA55F1553}" presName="sibTrans" presStyleCnt="0"/>
      <dgm:spPr/>
    </dgm:pt>
    <dgm:pt modelId="{53971BB8-372B-044D-AA14-243FF8D093A7}" type="pres">
      <dgm:prSet presAssocID="{C0F17F89-A174-4A87-8D3F-1E8A44BB1BDA}" presName="node" presStyleLbl="node1" presStyleIdx="5" presStyleCnt="13">
        <dgm:presLayoutVars>
          <dgm:bulletEnabled val="1"/>
        </dgm:presLayoutVars>
      </dgm:prSet>
      <dgm:spPr/>
    </dgm:pt>
    <dgm:pt modelId="{FB5B9D1F-B76B-5345-A638-67C4C6FFDF8A}" type="pres">
      <dgm:prSet presAssocID="{67C96486-CA99-4296-8737-E1DF61DA5B0C}" presName="sibTrans" presStyleCnt="0"/>
      <dgm:spPr/>
    </dgm:pt>
    <dgm:pt modelId="{ECA1EE52-9D46-3941-96AB-CC9A9D648256}" type="pres">
      <dgm:prSet presAssocID="{34611DED-70C6-4ABB-8C4A-499218C2AB99}" presName="node" presStyleLbl="node1" presStyleIdx="6" presStyleCnt="13">
        <dgm:presLayoutVars>
          <dgm:bulletEnabled val="1"/>
        </dgm:presLayoutVars>
      </dgm:prSet>
      <dgm:spPr/>
    </dgm:pt>
    <dgm:pt modelId="{90465BDC-FC96-FE42-9791-60B10F3E06EC}" type="pres">
      <dgm:prSet presAssocID="{163230E6-1F8C-4650-87D2-0E93CE0E9701}" presName="sibTrans" presStyleCnt="0"/>
      <dgm:spPr/>
    </dgm:pt>
    <dgm:pt modelId="{81AA5291-8228-E648-9FD3-23E25BAB2027}" type="pres">
      <dgm:prSet presAssocID="{A4D13D5D-C15D-41D9-ADB7-DECDF82567F1}" presName="node" presStyleLbl="node1" presStyleIdx="7" presStyleCnt="13">
        <dgm:presLayoutVars>
          <dgm:bulletEnabled val="1"/>
        </dgm:presLayoutVars>
      </dgm:prSet>
      <dgm:spPr/>
    </dgm:pt>
    <dgm:pt modelId="{D095D015-0BE9-9045-AE26-0CB472AAD454}" type="pres">
      <dgm:prSet presAssocID="{8119F790-6ECD-4DE5-A511-D7EC1216CD52}" presName="sibTrans" presStyleCnt="0"/>
      <dgm:spPr/>
    </dgm:pt>
    <dgm:pt modelId="{B938CDF6-1E50-B741-A5A2-228232AF8380}" type="pres">
      <dgm:prSet presAssocID="{DF1AFB9D-22B9-44AE-A3A4-46E5A16A302C}" presName="node" presStyleLbl="node1" presStyleIdx="8" presStyleCnt="13">
        <dgm:presLayoutVars>
          <dgm:bulletEnabled val="1"/>
        </dgm:presLayoutVars>
      </dgm:prSet>
      <dgm:spPr/>
    </dgm:pt>
    <dgm:pt modelId="{0129DAF3-398C-DC4D-BB41-F3FF4327D90C}" type="pres">
      <dgm:prSet presAssocID="{61904307-CF5E-48AC-8AA0-2A1DEF08962C}" presName="sibTrans" presStyleCnt="0"/>
      <dgm:spPr/>
    </dgm:pt>
    <dgm:pt modelId="{170C9227-7510-7741-AD76-B4A4F6071A34}" type="pres">
      <dgm:prSet presAssocID="{D518E5C5-66D0-4108-A713-87BE2D625504}" presName="node" presStyleLbl="node1" presStyleIdx="9" presStyleCnt="13">
        <dgm:presLayoutVars>
          <dgm:bulletEnabled val="1"/>
        </dgm:presLayoutVars>
      </dgm:prSet>
      <dgm:spPr/>
    </dgm:pt>
    <dgm:pt modelId="{FAEC620D-8035-F14D-B436-97069AE65813}" type="pres">
      <dgm:prSet presAssocID="{8B24F2D9-5124-409D-BAD1-E9EA14D0A0E7}" presName="sibTrans" presStyleCnt="0"/>
      <dgm:spPr/>
    </dgm:pt>
    <dgm:pt modelId="{876645AC-F056-4F47-93AE-06E4EAFB734E}" type="pres">
      <dgm:prSet presAssocID="{B7EF8409-85DB-4D09-A7B4-94DCAC375363}" presName="node" presStyleLbl="node1" presStyleIdx="10" presStyleCnt="13">
        <dgm:presLayoutVars>
          <dgm:bulletEnabled val="1"/>
        </dgm:presLayoutVars>
      </dgm:prSet>
      <dgm:spPr/>
    </dgm:pt>
    <dgm:pt modelId="{B4F7EBDA-4C5F-1043-8EE1-B93F9DB2C82E}" type="pres">
      <dgm:prSet presAssocID="{5A8DBC80-B8F1-4127-A51A-F9423B4105DC}" presName="sibTrans" presStyleCnt="0"/>
      <dgm:spPr/>
    </dgm:pt>
    <dgm:pt modelId="{1DF012C3-DACA-1B48-AA02-709B5B684586}" type="pres">
      <dgm:prSet presAssocID="{F1AC8D2B-90F4-47DA-9A8B-4BB4E6E9EEC4}" presName="node" presStyleLbl="node1" presStyleIdx="11" presStyleCnt="13">
        <dgm:presLayoutVars>
          <dgm:bulletEnabled val="1"/>
        </dgm:presLayoutVars>
      </dgm:prSet>
      <dgm:spPr/>
    </dgm:pt>
    <dgm:pt modelId="{6723B4BE-1B61-8C4A-B9B8-39B3ECDB5C27}" type="pres">
      <dgm:prSet presAssocID="{9B95DEBF-58FE-4649-A491-26E1EEE30D24}" presName="sibTrans" presStyleCnt="0"/>
      <dgm:spPr/>
    </dgm:pt>
    <dgm:pt modelId="{CE43294D-AEA1-2B4A-941F-0C76BEC485C1}" type="pres">
      <dgm:prSet presAssocID="{8ABBCFF6-47AE-4FD8-986F-B7B7D1644E19}" presName="node" presStyleLbl="node1" presStyleIdx="12" presStyleCnt="13">
        <dgm:presLayoutVars>
          <dgm:bulletEnabled val="1"/>
        </dgm:presLayoutVars>
      </dgm:prSet>
      <dgm:spPr/>
    </dgm:pt>
  </dgm:ptLst>
  <dgm:cxnLst>
    <dgm:cxn modelId="{1EAA0502-D520-3649-8D50-14B6AB2C06AA}" type="presOf" srcId="{34611DED-70C6-4ABB-8C4A-499218C2AB99}" destId="{ECA1EE52-9D46-3941-96AB-CC9A9D648256}" srcOrd="0" destOrd="0" presId="urn:microsoft.com/office/officeart/2005/8/layout/default"/>
    <dgm:cxn modelId="{527A1C08-4A41-4116-B953-79F9DA7FADBD}" srcId="{8B9BFC51-AF75-42A7-9404-E3938B06DA6E}" destId="{FAB5433C-2D5F-41BB-A5B8-0EE8293D14FB}" srcOrd="1" destOrd="0" parTransId="{04D1723F-FB0F-4757-8338-CFC22F0E91A3}" sibTransId="{60AD7D5D-8CA7-46F3-BC1B-5297061C56EA}"/>
    <dgm:cxn modelId="{BB15A909-C953-E347-96D0-2BCFDBF36AC1}" type="presOf" srcId="{F1AC8D2B-90F4-47DA-9A8B-4BB4E6E9EEC4}" destId="{1DF012C3-DACA-1B48-AA02-709B5B684586}" srcOrd="0" destOrd="0" presId="urn:microsoft.com/office/officeart/2005/8/layout/default"/>
    <dgm:cxn modelId="{B1FF410E-0932-4B0A-90A8-8E09F66651FA}" srcId="{8B9BFC51-AF75-42A7-9404-E3938B06DA6E}" destId="{F1AC8D2B-90F4-47DA-9A8B-4BB4E6E9EEC4}" srcOrd="11" destOrd="0" parTransId="{F243D74A-687A-4015-AD56-BB5F6FC433AC}" sibTransId="{9B95DEBF-58FE-4649-A491-26E1EEE30D24}"/>
    <dgm:cxn modelId="{C941B60E-D0A7-4EEB-AE53-795FC1B3AFDF}" srcId="{8B9BFC51-AF75-42A7-9404-E3938B06DA6E}" destId="{C0F17F89-A174-4A87-8D3F-1E8A44BB1BDA}" srcOrd="5" destOrd="0" parTransId="{F5EFE6E0-C15B-425D-A165-0EC694FF420A}" sibTransId="{67C96486-CA99-4296-8737-E1DF61DA5B0C}"/>
    <dgm:cxn modelId="{B3E0FF11-95B8-404E-9DE6-C72883AC7583}" type="presOf" srcId="{DF1AFB9D-22B9-44AE-A3A4-46E5A16A302C}" destId="{B938CDF6-1E50-B741-A5A2-228232AF8380}" srcOrd="0" destOrd="0" presId="urn:microsoft.com/office/officeart/2005/8/layout/default"/>
    <dgm:cxn modelId="{D469AD1B-4F68-FD4F-9AB1-7DFCC929221D}" type="presOf" srcId="{8B9BFC51-AF75-42A7-9404-E3938B06DA6E}" destId="{FAC9461A-8498-594F-8C7E-4260C86A28BF}" srcOrd="0" destOrd="0" presId="urn:microsoft.com/office/officeart/2005/8/layout/default"/>
    <dgm:cxn modelId="{EBF84624-4149-4690-9ED4-D06AD3EF5A2E}" srcId="{8B9BFC51-AF75-42A7-9404-E3938B06DA6E}" destId="{10E9C66B-96A4-4400-A9DD-1D47F1B6FBDD}" srcOrd="3" destOrd="0" parTransId="{3DC3FC38-054A-4B5D-8D7D-7BFD7FB153B0}" sibTransId="{A9D91B1C-551F-495D-BE95-43B0A6E0C91A}"/>
    <dgm:cxn modelId="{DAACCD2C-C20F-824E-BFED-5905DD28F5E8}" type="presOf" srcId="{0B0F466A-51B9-4F04-8EA0-EFA0B7D9E391}" destId="{54E84E7C-54BA-3041-A9D0-63637791F546}" srcOrd="0" destOrd="0" presId="urn:microsoft.com/office/officeart/2005/8/layout/default"/>
    <dgm:cxn modelId="{1EFE4266-A6E4-4AFC-BFC5-8E3B2791F3E6}" srcId="{8B9BFC51-AF75-42A7-9404-E3938B06DA6E}" destId="{0B0F466A-51B9-4F04-8EA0-EFA0B7D9E391}" srcOrd="0" destOrd="0" parTransId="{EAD6981B-BB1B-42BA-B523-C55140068A74}" sibTransId="{B5C8D260-B6BB-4C11-9C77-0911A21FBE56}"/>
    <dgm:cxn modelId="{DC442967-54FE-DD4C-B8A4-2B396852661A}" type="presOf" srcId="{8ABBCFF6-47AE-4FD8-986F-B7B7D1644E19}" destId="{CE43294D-AEA1-2B4A-941F-0C76BEC485C1}" srcOrd="0" destOrd="0" presId="urn:microsoft.com/office/officeart/2005/8/layout/default"/>
    <dgm:cxn modelId="{45A54E68-B6A8-3544-841F-C4F6543475E8}" type="presOf" srcId="{B7EF8409-85DB-4D09-A7B4-94DCAC375363}" destId="{876645AC-F056-4F47-93AE-06E4EAFB734E}" srcOrd="0" destOrd="0" presId="urn:microsoft.com/office/officeart/2005/8/layout/default"/>
    <dgm:cxn modelId="{D7BA8574-EAE8-4558-8FD2-626AFA13D3C4}" srcId="{8B9BFC51-AF75-42A7-9404-E3938B06DA6E}" destId="{34611DED-70C6-4ABB-8C4A-499218C2AB99}" srcOrd="6" destOrd="0" parTransId="{64B3EFF0-9EA8-4AEB-B4F3-BC8DBD9FA21E}" sibTransId="{163230E6-1F8C-4650-87D2-0E93CE0E9701}"/>
    <dgm:cxn modelId="{B98D2E75-4F8E-0545-86F4-F53D2F51FB33}" type="presOf" srcId="{10E9C66B-96A4-4400-A9DD-1D47F1B6FBDD}" destId="{8A62F2CB-86E2-AA46-911A-157EC392A354}" srcOrd="0" destOrd="0" presId="urn:microsoft.com/office/officeart/2005/8/layout/default"/>
    <dgm:cxn modelId="{A0A26889-67AD-1840-9319-7E40225998EB}" type="presOf" srcId="{C0F17F89-A174-4A87-8D3F-1E8A44BB1BDA}" destId="{53971BB8-372B-044D-AA14-243FF8D093A7}" srcOrd="0" destOrd="0" presId="urn:microsoft.com/office/officeart/2005/8/layout/default"/>
    <dgm:cxn modelId="{E8DBDE91-5C91-4A54-8DAA-F830FAD6F914}" srcId="{8B9BFC51-AF75-42A7-9404-E3938B06DA6E}" destId="{F53FC23F-C693-4E5B-9D16-5CE158F326AA}" srcOrd="4" destOrd="0" parTransId="{2163616D-F2CF-4B58-81C3-C46FEF2D7ED8}" sibTransId="{0C26BBE1-596F-4633-B4C8-AF6AA55F1553}"/>
    <dgm:cxn modelId="{11B5CAA0-725D-5042-863E-1A400CB5BF4D}" type="presOf" srcId="{FAB5433C-2D5F-41BB-A5B8-0EE8293D14FB}" destId="{78A26BC3-AC1E-2C43-B280-63472FECDA9A}" srcOrd="0" destOrd="0" presId="urn:microsoft.com/office/officeart/2005/8/layout/default"/>
    <dgm:cxn modelId="{B92754A1-462E-4F0D-BCF0-6E97D5B777BB}" srcId="{8B9BFC51-AF75-42A7-9404-E3938B06DA6E}" destId="{B7EF8409-85DB-4D09-A7B4-94DCAC375363}" srcOrd="10" destOrd="0" parTransId="{7647B095-C217-4F92-8408-4300C956A0A2}" sibTransId="{5A8DBC80-B8F1-4127-A51A-F9423B4105DC}"/>
    <dgm:cxn modelId="{F2484BAA-744E-4C00-90A0-E8A949B51628}" srcId="{8B9BFC51-AF75-42A7-9404-E3938B06DA6E}" destId="{A4D13D5D-C15D-41D9-ADB7-DECDF82567F1}" srcOrd="7" destOrd="0" parTransId="{080BB1F7-D2F6-467E-93F5-4F726C9F8218}" sibTransId="{8119F790-6ECD-4DE5-A511-D7EC1216CD52}"/>
    <dgm:cxn modelId="{D290DEAF-890E-7643-835A-51128CDDDD01}" type="presOf" srcId="{D518E5C5-66D0-4108-A713-87BE2D625504}" destId="{170C9227-7510-7741-AD76-B4A4F6071A34}" srcOrd="0" destOrd="0" presId="urn:microsoft.com/office/officeart/2005/8/layout/default"/>
    <dgm:cxn modelId="{D6B404B1-33C4-46B5-9D4E-2FEC9A96D146}" srcId="{8B9BFC51-AF75-42A7-9404-E3938B06DA6E}" destId="{8ABBCFF6-47AE-4FD8-986F-B7B7D1644E19}" srcOrd="12" destOrd="0" parTransId="{A2DD76DC-6A74-49B0-A9BA-DA9D6AC3D746}" sibTransId="{3940D1C7-B3F9-40B2-8334-9348F40C53C8}"/>
    <dgm:cxn modelId="{CC6F42B4-00DA-5E44-9D09-50FF5DB088F7}" type="presOf" srcId="{A4D13D5D-C15D-41D9-ADB7-DECDF82567F1}" destId="{81AA5291-8228-E648-9FD3-23E25BAB2027}" srcOrd="0" destOrd="0" presId="urn:microsoft.com/office/officeart/2005/8/layout/default"/>
    <dgm:cxn modelId="{BFB89CBB-29AE-49E3-A235-2F96B98EF1D3}" srcId="{8B9BFC51-AF75-42A7-9404-E3938B06DA6E}" destId="{DF1AFB9D-22B9-44AE-A3A4-46E5A16A302C}" srcOrd="8" destOrd="0" parTransId="{F1AFCBF0-CDEB-40CE-9B37-1EDD6F9BCD1C}" sibTransId="{61904307-CF5E-48AC-8AA0-2A1DEF08962C}"/>
    <dgm:cxn modelId="{604EDEBB-2F36-7A4E-A94A-8082F7E766C5}" type="presOf" srcId="{85A146CD-A6C6-4EAD-AF2F-E7C63D3D3BF6}" destId="{F282A49F-0667-F14E-A8FF-526DE6161F2C}" srcOrd="0" destOrd="0" presId="urn:microsoft.com/office/officeart/2005/8/layout/default"/>
    <dgm:cxn modelId="{62D56FC5-BB47-463D-BD0F-4F620EF02FDC}" srcId="{8B9BFC51-AF75-42A7-9404-E3938B06DA6E}" destId="{D518E5C5-66D0-4108-A713-87BE2D625504}" srcOrd="9" destOrd="0" parTransId="{C2E96F4D-B18C-4CEA-8871-3E61470FABF9}" sibTransId="{8B24F2D9-5124-409D-BAD1-E9EA14D0A0E7}"/>
    <dgm:cxn modelId="{3A5DFDEA-7CAC-4CA6-A34D-77B1BB0B6B3C}" srcId="{8B9BFC51-AF75-42A7-9404-E3938B06DA6E}" destId="{85A146CD-A6C6-4EAD-AF2F-E7C63D3D3BF6}" srcOrd="2" destOrd="0" parTransId="{A78D42F3-FF13-43BC-A5D9-F1CD301256F0}" sibTransId="{8E753750-28DE-437A-BD70-195F9784A90D}"/>
    <dgm:cxn modelId="{FE5492EE-F3CD-2F4B-999E-5986651BDF17}" type="presOf" srcId="{F53FC23F-C693-4E5B-9D16-5CE158F326AA}" destId="{FDF5219C-7DEE-6A4F-9852-3D021B712243}" srcOrd="0" destOrd="0" presId="urn:microsoft.com/office/officeart/2005/8/layout/default"/>
    <dgm:cxn modelId="{3673F0A8-C173-7442-B62C-559A6B97988B}" type="presParOf" srcId="{FAC9461A-8498-594F-8C7E-4260C86A28BF}" destId="{54E84E7C-54BA-3041-A9D0-63637791F546}" srcOrd="0" destOrd="0" presId="urn:microsoft.com/office/officeart/2005/8/layout/default"/>
    <dgm:cxn modelId="{BD2236C0-26CB-BA4C-9112-56FB65990426}" type="presParOf" srcId="{FAC9461A-8498-594F-8C7E-4260C86A28BF}" destId="{157E72D5-6543-7942-9ED0-2A47E2AE1267}" srcOrd="1" destOrd="0" presId="urn:microsoft.com/office/officeart/2005/8/layout/default"/>
    <dgm:cxn modelId="{14849277-1DA1-F847-AA06-47AC1B76F216}" type="presParOf" srcId="{FAC9461A-8498-594F-8C7E-4260C86A28BF}" destId="{78A26BC3-AC1E-2C43-B280-63472FECDA9A}" srcOrd="2" destOrd="0" presId="urn:microsoft.com/office/officeart/2005/8/layout/default"/>
    <dgm:cxn modelId="{F1624FAD-D25F-3142-BAF1-C51CADE8AEAF}" type="presParOf" srcId="{FAC9461A-8498-594F-8C7E-4260C86A28BF}" destId="{DC2DD054-8014-1143-9D53-ECC2FE7051B8}" srcOrd="3" destOrd="0" presId="urn:microsoft.com/office/officeart/2005/8/layout/default"/>
    <dgm:cxn modelId="{AE3BFE59-9302-2F48-843D-291DC04C6DAC}" type="presParOf" srcId="{FAC9461A-8498-594F-8C7E-4260C86A28BF}" destId="{F282A49F-0667-F14E-A8FF-526DE6161F2C}" srcOrd="4" destOrd="0" presId="urn:microsoft.com/office/officeart/2005/8/layout/default"/>
    <dgm:cxn modelId="{5F5141C4-7545-2642-8A7B-A79DBE4F36BC}" type="presParOf" srcId="{FAC9461A-8498-594F-8C7E-4260C86A28BF}" destId="{DE211A21-009B-AE4C-A3DA-C4401A86C4E6}" srcOrd="5" destOrd="0" presId="urn:microsoft.com/office/officeart/2005/8/layout/default"/>
    <dgm:cxn modelId="{6D578DE3-A589-D342-9105-0C4578D3221E}" type="presParOf" srcId="{FAC9461A-8498-594F-8C7E-4260C86A28BF}" destId="{8A62F2CB-86E2-AA46-911A-157EC392A354}" srcOrd="6" destOrd="0" presId="urn:microsoft.com/office/officeart/2005/8/layout/default"/>
    <dgm:cxn modelId="{852A5856-DC65-8246-84E3-1EECEBEC020D}" type="presParOf" srcId="{FAC9461A-8498-594F-8C7E-4260C86A28BF}" destId="{545F04C9-B1E4-5D4A-ADBA-D332B4C12A73}" srcOrd="7" destOrd="0" presId="urn:microsoft.com/office/officeart/2005/8/layout/default"/>
    <dgm:cxn modelId="{10050770-3435-C14F-9EDD-5D991CEBF41C}" type="presParOf" srcId="{FAC9461A-8498-594F-8C7E-4260C86A28BF}" destId="{FDF5219C-7DEE-6A4F-9852-3D021B712243}" srcOrd="8" destOrd="0" presId="urn:microsoft.com/office/officeart/2005/8/layout/default"/>
    <dgm:cxn modelId="{0510CACC-0E59-6942-A82B-CB99F9D287EE}" type="presParOf" srcId="{FAC9461A-8498-594F-8C7E-4260C86A28BF}" destId="{33582C31-8D8D-D341-9380-77D516ED3691}" srcOrd="9" destOrd="0" presId="urn:microsoft.com/office/officeart/2005/8/layout/default"/>
    <dgm:cxn modelId="{CA9892E9-E30E-5442-85E4-FAF18C488BE1}" type="presParOf" srcId="{FAC9461A-8498-594F-8C7E-4260C86A28BF}" destId="{53971BB8-372B-044D-AA14-243FF8D093A7}" srcOrd="10" destOrd="0" presId="urn:microsoft.com/office/officeart/2005/8/layout/default"/>
    <dgm:cxn modelId="{86A17CF2-4997-1A49-B529-8BAF7EE7A8FD}" type="presParOf" srcId="{FAC9461A-8498-594F-8C7E-4260C86A28BF}" destId="{FB5B9D1F-B76B-5345-A638-67C4C6FFDF8A}" srcOrd="11" destOrd="0" presId="urn:microsoft.com/office/officeart/2005/8/layout/default"/>
    <dgm:cxn modelId="{61901CD5-1D63-3E4F-B4D9-7E6486E66541}" type="presParOf" srcId="{FAC9461A-8498-594F-8C7E-4260C86A28BF}" destId="{ECA1EE52-9D46-3941-96AB-CC9A9D648256}" srcOrd="12" destOrd="0" presId="urn:microsoft.com/office/officeart/2005/8/layout/default"/>
    <dgm:cxn modelId="{BDFFCF24-FF3E-9747-B8F8-4BBFD8F451AC}" type="presParOf" srcId="{FAC9461A-8498-594F-8C7E-4260C86A28BF}" destId="{90465BDC-FC96-FE42-9791-60B10F3E06EC}" srcOrd="13" destOrd="0" presId="urn:microsoft.com/office/officeart/2005/8/layout/default"/>
    <dgm:cxn modelId="{431EE3D5-0D11-C94E-84A7-690443286BFE}" type="presParOf" srcId="{FAC9461A-8498-594F-8C7E-4260C86A28BF}" destId="{81AA5291-8228-E648-9FD3-23E25BAB2027}" srcOrd="14" destOrd="0" presId="urn:microsoft.com/office/officeart/2005/8/layout/default"/>
    <dgm:cxn modelId="{3479D343-516E-D44D-BE44-6DB85E0FA42C}" type="presParOf" srcId="{FAC9461A-8498-594F-8C7E-4260C86A28BF}" destId="{D095D015-0BE9-9045-AE26-0CB472AAD454}" srcOrd="15" destOrd="0" presId="urn:microsoft.com/office/officeart/2005/8/layout/default"/>
    <dgm:cxn modelId="{D3B4D037-2A14-1D49-90BB-6DC38E79AFC6}" type="presParOf" srcId="{FAC9461A-8498-594F-8C7E-4260C86A28BF}" destId="{B938CDF6-1E50-B741-A5A2-228232AF8380}" srcOrd="16" destOrd="0" presId="urn:microsoft.com/office/officeart/2005/8/layout/default"/>
    <dgm:cxn modelId="{732BAD8C-1248-2F4F-9B9E-990431DB32A1}" type="presParOf" srcId="{FAC9461A-8498-594F-8C7E-4260C86A28BF}" destId="{0129DAF3-398C-DC4D-BB41-F3FF4327D90C}" srcOrd="17" destOrd="0" presId="urn:microsoft.com/office/officeart/2005/8/layout/default"/>
    <dgm:cxn modelId="{3DB85BD4-7AB9-5846-BFF5-46A48F886F84}" type="presParOf" srcId="{FAC9461A-8498-594F-8C7E-4260C86A28BF}" destId="{170C9227-7510-7741-AD76-B4A4F6071A34}" srcOrd="18" destOrd="0" presId="urn:microsoft.com/office/officeart/2005/8/layout/default"/>
    <dgm:cxn modelId="{20691666-3D1F-A54F-ACF4-234DF9A7CDCD}" type="presParOf" srcId="{FAC9461A-8498-594F-8C7E-4260C86A28BF}" destId="{FAEC620D-8035-F14D-B436-97069AE65813}" srcOrd="19" destOrd="0" presId="urn:microsoft.com/office/officeart/2005/8/layout/default"/>
    <dgm:cxn modelId="{88ADE4D5-861A-304B-B531-08EE02E98D2E}" type="presParOf" srcId="{FAC9461A-8498-594F-8C7E-4260C86A28BF}" destId="{876645AC-F056-4F47-93AE-06E4EAFB734E}" srcOrd="20" destOrd="0" presId="urn:microsoft.com/office/officeart/2005/8/layout/default"/>
    <dgm:cxn modelId="{81DBBD1B-A560-7144-AD27-C2569ED03F5B}" type="presParOf" srcId="{FAC9461A-8498-594F-8C7E-4260C86A28BF}" destId="{B4F7EBDA-4C5F-1043-8EE1-B93F9DB2C82E}" srcOrd="21" destOrd="0" presId="urn:microsoft.com/office/officeart/2005/8/layout/default"/>
    <dgm:cxn modelId="{60ABFDDE-6929-D748-8451-0A1B6BC89ECF}" type="presParOf" srcId="{FAC9461A-8498-594F-8C7E-4260C86A28BF}" destId="{1DF012C3-DACA-1B48-AA02-709B5B684586}" srcOrd="22" destOrd="0" presId="urn:microsoft.com/office/officeart/2005/8/layout/default"/>
    <dgm:cxn modelId="{383E73DD-C0FE-8D41-901B-F8F3014624D5}" type="presParOf" srcId="{FAC9461A-8498-594F-8C7E-4260C86A28BF}" destId="{6723B4BE-1B61-8C4A-B9B8-39B3ECDB5C27}" srcOrd="23" destOrd="0" presId="urn:microsoft.com/office/officeart/2005/8/layout/default"/>
    <dgm:cxn modelId="{814F2B07-7D23-6245-8284-01B21CEF9023}" type="presParOf" srcId="{FAC9461A-8498-594F-8C7E-4260C86A28BF}" destId="{CE43294D-AEA1-2B4A-941F-0C76BEC485C1}" srcOrd="2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139687-4620-A14A-B156-7E6B4BD380CE}">
      <dsp:nvSpPr>
        <dsp:cNvPr id="0" name=""/>
        <dsp:cNvSpPr/>
      </dsp:nvSpPr>
      <dsp:spPr>
        <a:xfrm>
          <a:off x="0" y="153593"/>
          <a:ext cx="4435078" cy="4375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📊 PART 1: Autoencoder Comparison</a:t>
          </a:r>
        </a:p>
      </dsp:txBody>
      <dsp:txXfrm>
        <a:off x="21361" y="174954"/>
        <a:ext cx="4392356" cy="394858"/>
      </dsp:txXfrm>
    </dsp:sp>
    <dsp:sp modelId="{143CF724-6114-6A4A-908B-462E7A8DFB63}">
      <dsp:nvSpPr>
        <dsp:cNvPr id="0" name=""/>
        <dsp:cNvSpPr/>
      </dsp:nvSpPr>
      <dsp:spPr>
        <a:xfrm>
          <a:off x="0" y="640133"/>
          <a:ext cx="4435078" cy="437580"/>
        </a:xfrm>
        <a:prstGeom prst="roundRect">
          <a:avLst/>
        </a:prstGeom>
        <a:gradFill rotWithShape="0">
          <a:gsLst>
            <a:gs pos="0">
              <a:schemeClr val="accent5">
                <a:hueOff val="-210579"/>
                <a:satOff val="-993"/>
                <a:lumOff val="245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210579"/>
                <a:satOff val="-993"/>
                <a:lumOff val="245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210579"/>
                <a:satOff val="-993"/>
                <a:lumOff val="245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Train Vanilla Autoencoder on MNIST dataset</a:t>
          </a:r>
        </a:p>
      </dsp:txBody>
      <dsp:txXfrm>
        <a:off x="21361" y="661494"/>
        <a:ext cx="4392356" cy="394858"/>
      </dsp:txXfrm>
    </dsp:sp>
    <dsp:sp modelId="{B2365514-B7F9-084E-9B92-89DB217DBE59}">
      <dsp:nvSpPr>
        <dsp:cNvPr id="0" name=""/>
        <dsp:cNvSpPr/>
      </dsp:nvSpPr>
      <dsp:spPr>
        <a:xfrm>
          <a:off x="0" y="1126673"/>
          <a:ext cx="4435078" cy="437580"/>
        </a:xfrm>
        <a:prstGeom prst="roundRect">
          <a:avLst/>
        </a:prstGeom>
        <a:gradFill rotWithShape="0">
          <a:gsLst>
            <a:gs pos="0">
              <a:schemeClr val="accent5">
                <a:hueOff val="-421158"/>
                <a:satOff val="-1986"/>
                <a:lumOff val="49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421158"/>
                <a:satOff val="-1986"/>
                <a:lumOff val="49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421158"/>
                <a:satOff val="-1986"/>
                <a:lumOff val="49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Train Variational Autoencoder (VAE) on MNIST</a:t>
          </a:r>
        </a:p>
      </dsp:txBody>
      <dsp:txXfrm>
        <a:off x="21361" y="1148034"/>
        <a:ext cx="4392356" cy="394858"/>
      </dsp:txXfrm>
    </dsp:sp>
    <dsp:sp modelId="{37B235DB-D648-034E-9566-422D68858240}">
      <dsp:nvSpPr>
        <dsp:cNvPr id="0" name=""/>
        <dsp:cNvSpPr/>
      </dsp:nvSpPr>
      <dsp:spPr>
        <a:xfrm>
          <a:off x="0" y="1613213"/>
          <a:ext cx="4435078" cy="437580"/>
        </a:xfrm>
        <a:prstGeom prst="roundRect">
          <a:avLst/>
        </a:prstGeom>
        <a:gradFill rotWithShape="0">
          <a:gsLst>
            <a:gs pos="0">
              <a:schemeClr val="accent5">
                <a:hueOff val="-631737"/>
                <a:satOff val="-2979"/>
                <a:lumOff val="735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631737"/>
                <a:satOff val="-2979"/>
                <a:lumOff val="735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631737"/>
                <a:satOff val="-2979"/>
                <a:lumOff val="735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Generate images using detached decoders</a:t>
          </a:r>
        </a:p>
      </dsp:txBody>
      <dsp:txXfrm>
        <a:off x="21361" y="1634574"/>
        <a:ext cx="4392356" cy="394858"/>
      </dsp:txXfrm>
    </dsp:sp>
    <dsp:sp modelId="{8F092FD5-81DB-C141-93E7-2D5B51B4DBFA}">
      <dsp:nvSpPr>
        <dsp:cNvPr id="0" name=""/>
        <dsp:cNvSpPr/>
      </dsp:nvSpPr>
      <dsp:spPr>
        <a:xfrm>
          <a:off x="0" y="2099754"/>
          <a:ext cx="4435078" cy="437580"/>
        </a:xfrm>
        <a:prstGeom prst="roundRect">
          <a:avLst/>
        </a:prstGeom>
        <a:gradFill rotWithShape="0">
          <a:gsLst>
            <a:gs pos="0">
              <a:schemeClr val="accent5">
                <a:hueOff val="-842315"/>
                <a:satOff val="-3972"/>
                <a:lumOff val="98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842315"/>
                <a:satOff val="-3972"/>
                <a:lumOff val="98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842315"/>
                <a:satOff val="-3972"/>
                <a:lumOff val="98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Compare generation quality</a:t>
          </a:r>
        </a:p>
      </dsp:txBody>
      <dsp:txXfrm>
        <a:off x="21361" y="2121115"/>
        <a:ext cx="4392356" cy="394858"/>
      </dsp:txXfrm>
    </dsp:sp>
    <dsp:sp modelId="{4FB2D852-A197-F44E-8717-5FCE18C11FFD}">
      <dsp:nvSpPr>
        <dsp:cNvPr id="0" name=""/>
        <dsp:cNvSpPr/>
      </dsp:nvSpPr>
      <dsp:spPr>
        <a:xfrm>
          <a:off x="0" y="2586294"/>
          <a:ext cx="4435078" cy="437580"/>
        </a:xfrm>
        <a:prstGeom prst="roundRect">
          <a:avLst/>
        </a:prstGeom>
        <a:gradFill rotWithShape="0">
          <a:gsLst>
            <a:gs pos="0">
              <a:schemeClr val="accent5">
                <a:hueOff val="-1052894"/>
                <a:satOff val="-4965"/>
                <a:lumOff val="1225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052894"/>
                <a:satOff val="-4965"/>
                <a:lumOff val="1225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052894"/>
                <a:satOff val="-4965"/>
                <a:lumOff val="1225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🤖 PART 2: Multi-Agent System</a:t>
          </a:r>
        </a:p>
      </dsp:txBody>
      <dsp:txXfrm>
        <a:off x="21361" y="2607655"/>
        <a:ext cx="4392356" cy="394858"/>
      </dsp:txXfrm>
    </dsp:sp>
    <dsp:sp modelId="{B004DD2E-D8AF-3D47-B8ED-FAB1E0F48AF5}">
      <dsp:nvSpPr>
        <dsp:cNvPr id="0" name=""/>
        <dsp:cNvSpPr/>
      </dsp:nvSpPr>
      <dsp:spPr>
        <a:xfrm>
          <a:off x="0" y="3072834"/>
          <a:ext cx="4435078" cy="437580"/>
        </a:xfrm>
        <a:prstGeom prst="roundRect">
          <a:avLst/>
        </a:prstGeom>
        <a:gradFill rotWithShape="0">
          <a:gsLst>
            <a:gs pos="0">
              <a:schemeClr val="accent5">
                <a:hueOff val="-1263473"/>
                <a:satOff val="-5958"/>
                <a:lumOff val="147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263473"/>
                <a:satOff val="-5958"/>
                <a:lumOff val="147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263473"/>
                <a:satOff val="-5958"/>
                <a:lumOff val="147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Build two AI agents using Claude API</a:t>
          </a:r>
        </a:p>
      </dsp:txBody>
      <dsp:txXfrm>
        <a:off x="21361" y="3094195"/>
        <a:ext cx="4392356" cy="394858"/>
      </dsp:txXfrm>
    </dsp:sp>
    <dsp:sp modelId="{8943D701-856B-3B48-AB14-0C188D29E17A}">
      <dsp:nvSpPr>
        <dsp:cNvPr id="0" name=""/>
        <dsp:cNvSpPr/>
      </dsp:nvSpPr>
      <dsp:spPr>
        <a:xfrm>
          <a:off x="0" y="3559374"/>
          <a:ext cx="4435078" cy="437580"/>
        </a:xfrm>
        <a:prstGeom prst="roundRect">
          <a:avLst/>
        </a:prstGeom>
        <a:gradFill rotWithShape="0">
          <a:gsLst>
            <a:gs pos="0">
              <a:schemeClr val="accent5">
                <a:hueOff val="-1474052"/>
                <a:satOff val="-6951"/>
                <a:lumOff val="1715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474052"/>
                <a:satOff val="-6951"/>
                <a:lumOff val="1715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474052"/>
                <a:satOff val="-6951"/>
                <a:lumOff val="1715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Implement agent-to-agent communication</a:t>
          </a:r>
        </a:p>
      </dsp:txBody>
      <dsp:txXfrm>
        <a:off x="21361" y="3580735"/>
        <a:ext cx="4392356" cy="394858"/>
      </dsp:txXfrm>
    </dsp:sp>
    <dsp:sp modelId="{F766FA09-FFF2-0242-B49C-792D70CD0C5C}">
      <dsp:nvSpPr>
        <dsp:cNvPr id="0" name=""/>
        <dsp:cNvSpPr/>
      </dsp:nvSpPr>
      <dsp:spPr>
        <a:xfrm>
          <a:off x="0" y="4045914"/>
          <a:ext cx="4435078" cy="437580"/>
        </a:xfrm>
        <a:prstGeom prst="roundRect">
          <a:avLst/>
        </a:prstGeom>
        <a:gradFill rotWithShape="0">
          <a:gsLst>
            <a:gs pos="0">
              <a:schemeClr val="accent5">
                <a:hueOff val="-1684631"/>
                <a:satOff val="-7944"/>
                <a:lumOff val="196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684631"/>
                <a:satOff val="-7944"/>
                <a:lumOff val="196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684631"/>
                <a:satOff val="-7944"/>
                <a:lumOff val="196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Demonstrate contextual conversation</a:t>
          </a:r>
        </a:p>
      </dsp:txBody>
      <dsp:txXfrm>
        <a:off x="21361" y="4067275"/>
        <a:ext cx="4392356" cy="3948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124D33-AFD5-804A-911D-F0BAA1EBAA32}">
      <dsp:nvSpPr>
        <dsp:cNvPr id="0" name=""/>
        <dsp:cNvSpPr/>
      </dsp:nvSpPr>
      <dsp:spPr>
        <a:xfrm>
          <a:off x="0" y="535643"/>
          <a:ext cx="4435078" cy="3603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🔸 Encoding Strategy</a:t>
          </a:r>
        </a:p>
      </dsp:txBody>
      <dsp:txXfrm>
        <a:off x="17591" y="553234"/>
        <a:ext cx="4399896" cy="325178"/>
      </dsp:txXfrm>
    </dsp:sp>
    <dsp:sp modelId="{BB50EF6A-E596-4747-8F89-F1348D416360}">
      <dsp:nvSpPr>
        <dsp:cNvPr id="0" name=""/>
        <dsp:cNvSpPr/>
      </dsp:nvSpPr>
      <dsp:spPr>
        <a:xfrm>
          <a:off x="0" y="936323"/>
          <a:ext cx="4435078" cy="360360"/>
        </a:xfrm>
        <a:prstGeom prst="roundRect">
          <a:avLst/>
        </a:prstGeom>
        <a:gradFill rotWithShape="0">
          <a:gsLst>
            <a:gs pos="0">
              <a:schemeClr val="accent5">
                <a:hueOff val="-210579"/>
                <a:satOff val="-993"/>
                <a:lumOff val="245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210579"/>
                <a:satOff val="-993"/>
                <a:lumOff val="245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210579"/>
                <a:satOff val="-993"/>
                <a:lumOff val="245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Vanilla: Direct mapping to latent space</a:t>
          </a:r>
        </a:p>
      </dsp:txBody>
      <dsp:txXfrm>
        <a:off x="17591" y="953914"/>
        <a:ext cx="4399896" cy="325178"/>
      </dsp:txXfrm>
    </dsp:sp>
    <dsp:sp modelId="{BA29AFC9-C83D-2E42-989B-34A2D189F30F}">
      <dsp:nvSpPr>
        <dsp:cNvPr id="0" name=""/>
        <dsp:cNvSpPr/>
      </dsp:nvSpPr>
      <dsp:spPr>
        <a:xfrm>
          <a:off x="0" y="1337003"/>
          <a:ext cx="4435078" cy="360360"/>
        </a:xfrm>
        <a:prstGeom prst="roundRect">
          <a:avLst/>
        </a:prstGeom>
        <a:gradFill rotWithShape="0">
          <a:gsLst>
            <a:gs pos="0">
              <a:schemeClr val="accent5">
                <a:hueOff val="-421158"/>
                <a:satOff val="-1986"/>
                <a:lumOff val="49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421158"/>
                <a:satOff val="-1986"/>
                <a:lumOff val="49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421158"/>
                <a:satOff val="-1986"/>
                <a:lumOff val="49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VAE: Probabilistic sampling using reparameterization trick</a:t>
          </a:r>
        </a:p>
      </dsp:txBody>
      <dsp:txXfrm>
        <a:off x="17591" y="1354594"/>
        <a:ext cx="4399896" cy="325178"/>
      </dsp:txXfrm>
    </dsp:sp>
    <dsp:sp modelId="{7F23C986-6D87-F643-A32D-A6A07861B1BD}">
      <dsp:nvSpPr>
        <dsp:cNvPr id="0" name=""/>
        <dsp:cNvSpPr/>
      </dsp:nvSpPr>
      <dsp:spPr>
        <a:xfrm>
          <a:off x="0" y="1737683"/>
          <a:ext cx="4435078" cy="360360"/>
        </a:xfrm>
        <a:prstGeom prst="roundRect">
          <a:avLst/>
        </a:prstGeom>
        <a:gradFill rotWithShape="0">
          <a:gsLst>
            <a:gs pos="0">
              <a:schemeClr val="accent5">
                <a:hueOff val="-631737"/>
                <a:satOff val="-2979"/>
                <a:lumOff val="735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631737"/>
                <a:satOff val="-2979"/>
                <a:lumOff val="735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631737"/>
                <a:satOff val="-2979"/>
                <a:lumOff val="735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🔸 Loss Function</a:t>
          </a:r>
        </a:p>
      </dsp:txBody>
      <dsp:txXfrm>
        <a:off x="17591" y="1755274"/>
        <a:ext cx="4399896" cy="325178"/>
      </dsp:txXfrm>
    </dsp:sp>
    <dsp:sp modelId="{2E904728-473A-394F-9A16-AE243128205A}">
      <dsp:nvSpPr>
        <dsp:cNvPr id="0" name=""/>
        <dsp:cNvSpPr/>
      </dsp:nvSpPr>
      <dsp:spPr>
        <a:xfrm>
          <a:off x="0" y="2138363"/>
          <a:ext cx="4435078" cy="360360"/>
        </a:xfrm>
        <a:prstGeom prst="roundRect">
          <a:avLst/>
        </a:prstGeom>
        <a:gradFill rotWithShape="0">
          <a:gsLst>
            <a:gs pos="0">
              <a:schemeClr val="accent5">
                <a:hueOff val="-842315"/>
                <a:satOff val="-3972"/>
                <a:lumOff val="98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842315"/>
                <a:satOff val="-3972"/>
                <a:lumOff val="98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842315"/>
                <a:satOff val="-3972"/>
                <a:lumOff val="98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Vanilla: MSE only (reconstruction error)</a:t>
          </a:r>
        </a:p>
      </dsp:txBody>
      <dsp:txXfrm>
        <a:off x="17591" y="2155954"/>
        <a:ext cx="4399896" cy="325178"/>
      </dsp:txXfrm>
    </dsp:sp>
    <dsp:sp modelId="{6FBEA9A3-0A5B-0E42-80CD-A57F11776845}">
      <dsp:nvSpPr>
        <dsp:cNvPr id="0" name=""/>
        <dsp:cNvSpPr/>
      </dsp:nvSpPr>
      <dsp:spPr>
        <a:xfrm>
          <a:off x="0" y="2539043"/>
          <a:ext cx="4435078" cy="360360"/>
        </a:xfrm>
        <a:prstGeom prst="roundRect">
          <a:avLst/>
        </a:prstGeom>
        <a:gradFill rotWithShape="0">
          <a:gsLst>
            <a:gs pos="0">
              <a:schemeClr val="accent5">
                <a:hueOff val="-1052894"/>
                <a:satOff val="-4965"/>
                <a:lumOff val="1225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052894"/>
                <a:satOff val="-4965"/>
                <a:lumOff val="1225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052894"/>
                <a:satOff val="-4965"/>
                <a:lumOff val="1225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VAE: Reconstruction loss + KL divergence (regularization)</a:t>
          </a:r>
        </a:p>
      </dsp:txBody>
      <dsp:txXfrm>
        <a:off x="17591" y="2556634"/>
        <a:ext cx="4399896" cy="325178"/>
      </dsp:txXfrm>
    </dsp:sp>
    <dsp:sp modelId="{44791E60-B3CE-4A4A-B22C-7C1092AED335}">
      <dsp:nvSpPr>
        <dsp:cNvPr id="0" name=""/>
        <dsp:cNvSpPr/>
      </dsp:nvSpPr>
      <dsp:spPr>
        <a:xfrm>
          <a:off x="0" y="2939723"/>
          <a:ext cx="4435078" cy="360360"/>
        </a:xfrm>
        <a:prstGeom prst="roundRect">
          <a:avLst/>
        </a:prstGeom>
        <a:gradFill rotWithShape="0">
          <a:gsLst>
            <a:gs pos="0">
              <a:schemeClr val="accent5">
                <a:hueOff val="-1263473"/>
                <a:satOff val="-5958"/>
                <a:lumOff val="147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263473"/>
                <a:satOff val="-5958"/>
                <a:lumOff val="147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263473"/>
                <a:satOff val="-5958"/>
                <a:lumOff val="147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🔸 Latent Space Structure</a:t>
          </a:r>
        </a:p>
      </dsp:txBody>
      <dsp:txXfrm>
        <a:off x="17591" y="2957314"/>
        <a:ext cx="4399896" cy="325178"/>
      </dsp:txXfrm>
    </dsp:sp>
    <dsp:sp modelId="{F42BC0D6-E291-8341-B66F-ACD99430CC79}">
      <dsp:nvSpPr>
        <dsp:cNvPr id="0" name=""/>
        <dsp:cNvSpPr/>
      </dsp:nvSpPr>
      <dsp:spPr>
        <a:xfrm>
          <a:off x="0" y="3340403"/>
          <a:ext cx="4435078" cy="360360"/>
        </a:xfrm>
        <a:prstGeom prst="roundRect">
          <a:avLst/>
        </a:prstGeom>
        <a:gradFill rotWithShape="0">
          <a:gsLst>
            <a:gs pos="0">
              <a:schemeClr val="accent5">
                <a:hueOff val="-1474052"/>
                <a:satOff val="-6951"/>
                <a:lumOff val="1715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474052"/>
                <a:satOff val="-6951"/>
                <a:lumOff val="1715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474052"/>
                <a:satOff val="-6951"/>
                <a:lumOff val="1715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Vanilla: Irregular, unstructured</a:t>
          </a:r>
        </a:p>
      </dsp:txBody>
      <dsp:txXfrm>
        <a:off x="17591" y="3357994"/>
        <a:ext cx="4399896" cy="325178"/>
      </dsp:txXfrm>
    </dsp:sp>
    <dsp:sp modelId="{806CA68D-7374-6949-AFEB-7030B15823D9}">
      <dsp:nvSpPr>
        <dsp:cNvPr id="0" name=""/>
        <dsp:cNvSpPr/>
      </dsp:nvSpPr>
      <dsp:spPr>
        <a:xfrm>
          <a:off x="0" y="3741084"/>
          <a:ext cx="4435078" cy="360360"/>
        </a:xfrm>
        <a:prstGeom prst="roundRect">
          <a:avLst/>
        </a:prstGeom>
        <a:gradFill rotWithShape="0">
          <a:gsLst>
            <a:gs pos="0">
              <a:schemeClr val="accent5">
                <a:hueOff val="-1684631"/>
                <a:satOff val="-7944"/>
                <a:lumOff val="196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5">
                <a:hueOff val="-1684631"/>
                <a:satOff val="-7944"/>
                <a:lumOff val="196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5">
                <a:hueOff val="-1684631"/>
                <a:satOff val="-7944"/>
                <a:lumOff val="196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VAE: Continuous, regularized, normally distributed</a:t>
          </a:r>
        </a:p>
      </dsp:txBody>
      <dsp:txXfrm>
        <a:off x="17591" y="3758675"/>
        <a:ext cx="4399896" cy="3251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486463-BDDA-C540-B20D-ED44DB7D9C25}">
      <dsp:nvSpPr>
        <dsp:cNvPr id="0" name=""/>
        <dsp:cNvSpPr/>
      </dsp:nvSpPr>
      <dsp:spPr>
        <a:xfrm>
          <a:off x="522552" y="-87328"/>
          <a:ext cx="5566710" cy="5566710"/>
        </a:xfrm>
        <a:prstGeom prst="circularArrow">
          <a:avLst>
            <a:gd name="adj1" fmla="val 5544"/>
            <a:gd name="adj2" fmla="val 330680"/>
            <a:gd name="adj3" fmla="val 14949969"/>
            <a:gd name="adj4" fmla="val 16705206"/>
            <a:gd name="adj5" fmla="val 575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1932B2-3B37-9240-9B36-295294C1E656}">
      <dsp:nvSpPr>
        <dsp:cNvPr id="0" name=""/>
        <dsp:cNvSpPr/>
      </dsp:nvSpPr>
      <dsp:spPr>
        <a:xfrm>
          <a:off x="2711070" y="2521"/>
          <a:ext cx="1189674" cy="59483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📈 Training Configuration</a:t>
          </a:r>
        </a:p>
      </dsp:txBody>
      <dsp:txXfrm>
        <a:off x="2740108" y="31559"/>
        <a:ext cx="1131598" cy="536761"/>
      </dsp:txXfrm>
    </dsp:sp>
    <dsp:sp modelId="{22FA5272-EE2F-4147-925F-1925F5E68E77}">
      <dsp:nvSpPr>
        <dsp:cNvPr id="0" name=""/>
        <dsp:cNvSpPr/>
      </dsp:nvSpPr>
      <dsp:spPr>
        <a:xfrm>
          <a:off x="3994477" y="379364"/>
          <a:ext cx="1189674" cy="59483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Dataset: MNIST (60,000 train / 10,000 test)</a:t>
          </a:r>
        </a:p>
      </dsp:txBody>
      <dsp:txXfrm>
        <a:off x="4023515" y="408402"/>
        <a:ext cx="1131598" cy="536761"/>
      </dsp:txXfrm>
    </dsp:sp>
    <dsp:sp modelId="{3A5E2EC5-5B00-334A-BC3B-F645EC4F0FAD}">
      <dsp:nvSpPr>
        <dsp:cNvPr id="0" name=""/>
        <dsp:cNvSpPr/>
      </dsp:nvSpPr>
      <dsp:spPr>
        <a:xfrm>
          <a:off x="4870412" y="1390246"/>
          <a:ext cx="1189674" cy="59483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Latent dimension: 20</a:t>
          </a:r>
        </a:p>
      </dsp:txBody>
      <dsp:txXfrm>
        <a:off x="4899450" y="1419284"/>
        <a:ext cx="1131598" cy="536761"/>
      </dsp:txXfrm>
    </dsp:sp>
    <dsp:sp modelId="{6754AA6D-8D6F-5043-8020-0B52FE78093B}">
      <dsp:nvSpPr>
        <dsp:cNvPr id="0" name=""/>
        <dsp:cNvSpPr/>
      </dsp:nvSpPr>
      <dsp:spPr>
        <a:xfrm>
          <a:off x="5060771" y="2714221"/>
          <a:ext cx="1189674" cy="59483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Optimizer: Adam (lr=0.001)</a:t>
          </a:r>
        </a:p>
      </dsp:txBody>
      <dsp:txXfrm>
        <a:off x="5089809" y="2743259"/>
        <a:ext cx="1131598" cy="536761"/>
      </dsp:txXfrm>
    </dsp:sp>
    <dsp:sp modelId="{95E8172C-EA42-5444-A057-849B46C56302}">
      <dsp:nvSpPr>
        <dsp:cNvPr id="0" name=""/>
        <dsp:cNvSpPr/>
      </dsp:nvSpPr>
      <dsp:spPr>
        <a:xfrm>
          <a:off x="4505116" y="3930935"/>
          <a:ext cx="1189674" cy="594837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Epochs: 15</a:t>
          </a:r>
        </a:p>
      </dsp:txBody>
      <dsp:txXfrm>
        <a:off x="4534154" y="3959973"/>
        <a:ext cx="1131598" cy="536761"/>
      </dsp:txXfrm>
    </dsp:sp>
    <dsp:sp modelId="{398DADCA-86E5-7A40-8101-3475C748A63C}">
      <dsp:nvSpPr>
        <dsp:cNvPr id="0" name=""/>
        <dsp:cNvSpPr/>
      </dsp:nvSpPr>
      <dsp:spPr>
        <a:xfrm>
          <a:off x="3379864" y="4654091"/>
          <a:ext cx="1189674" cy="59483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Batch size: 128</a:t>
          </a:r>
        </a:p>
      </dsp:txBody>
      <dsp:txXfrm>
        <a:off x="3408902" y="4683129"/>
        <a:ext cx="1131598" cy="536761"/>
      </dsp:txXfrm>
    </dsp:sp>
    <dsp:sp modelId="{A20A7908-B926-F341-834A-DFAB8681EA62}">
      <dsp:nvSpPr>
        <dsp:cNvPr id="0" name=""/>
        <dsp:cNvSpPr/>
      </dsp:nvSpPr>
      <dsp:spPr>
        <a:xfrm>
          <a:off x="2042275" y="4654091"/>
          <a:ext cx="1189674" cy="59483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📊 Performance Metrics</a:t>
          </a:r>
        </a:p>
      </dsp:txBody>
      <dsp:txXfrm>
        <a:off x="2071313" y="4683129"/>
        <a:ext cx="1131598" cy="536761"/>
      </dsp:txXfrm>
    </dsp:sp>
    <dsp:sp modelId="{89E6096C-4C08-1D4E-AF9E-9398FB194C2F}">
      <dsp:nvSpPr>
        <dsp:cNvPr id="0" name=""/>
        <dsp:cNvSpPr/>
      </dsp:nvSpPr>
      <dsp:spPr>
        <a:xfrm>
          <a:off x="917023" y="3930935"/>
          <a:ext cx="1189674" cy="59483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Vanilla AE: Lower reconstruction MSE (~0.015)</a:t>
          </a:r>
        </a:p>
      </dsp:txBody>
      <dsp:txXfrm>
        <a:off x="946061" y="3959973"/>
        <a:ext cx="1131598" cy="536761"/>
      </dsp:txXfrm>
    </dsp:sp>
    <dsp:sp modelId="{1C818305-59CF-C943-AB8A-BAEED228D9B1}">
      <dsp:nvSpPr>
        <dsp:cNvPr id="0" name=""/>
        <dsp:cNvSpPr/>
      </dsp:nvSpPr>
      <dsp:spPr>
        <a:xfrm>
          <a:off x="361368" y="2714221"/>
          <a:ext cx="1189674" cy="59483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VAE: Slightly higher MSE (~0.020)</a:t>
          </a:r>
        </a:p>
      </dsp:txBody>
      <dsp:txXfrm>
        <a:off x="390406" y="2743259"/>
        <a:ext cx="1131598" cy="536761"/>
      </dsp:txXfrm>
    </dsp:sp>
    <dsp:sp modelId="{7C9E10D9-A485-9D40-986C-E4ED16EF48AF}">
      <dsp:nvSpPr>
        <dsp:cNvPr id="0" name=""/>
        <dsp:cNvSpPr/>
      </dsp:nvSpPr>
      <dsp:spPr>
        <a:xfrm>
          <a:off x="551727" y="1390246"/>
          <a:ext cx="1189674" cy="594837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VAE: Better latent space continuity</a:t>
          </a:r>
        </a:p>
      </dsp:txBody>
      <dsp:txXfrm>
        <a:off x="580765" y="1419284"/>
        <a:ext cx="1131598" cy="536761"/>
      </dsp:txXfrm>
    </dsp:sp>
    <dsp:sp modelId="{614479E2-7795-FD48-8878-AF54F78E55B4}">
      <dsp:nvSpPr>
        <dsp:cNvPr id="0" name=""/>
        <dsp:cNvSpPr/>
      </dsp:nvSpPr>
      <dsp:spPr>
        <a:xfrm>
          <a:off x="1427662" y="379364"/>
          <a:ext cx="1189674" cy="59483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• VAE: Superior generation quality ✓</a:t>
          </a:r>
        </a:p>
      </dsp:txBody>
      <dsp:txXfrm>
        <a:off x="1456700" y="408402"/>
        <a:ext cx="1131598" cy="53676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06B082-FF2E-9841-9D5A-F0882D0F5C4D}">
      <dsp:nvSpPr>
        <dsp:cNvPr id="0" name=""/>
        <dsp:cNvSpPr/>
      </dsp:nvSpPr>
      <dsp:spPr>
        <a:xfrm>
          <a:off x="1534902" y="541619"/>
          <a:ext cx="3225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2512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87331" y="585574"/>
        <a:ext cx="17655" cy="3531"/>
      </dsp:txXfrm>
    </dsp:sp>
    <dsp:sp modelId="{0FA2A814-D6DD-2A43-B122-3F6318ED465E}">
      <dsp:nvSpPr>
        <dsp:cNvPr id="0" name=""/>
        <dsp:cNvSpPr/>
      </dsp:nvSpPr>
      <dsp:spPr>
        <a:xfrm>
          <a:off x="1433" y="126758"/>
          <a:ext cx="1535269" cy="92116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29" tIns="78967" rIns="75229" bIns="7896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🔧 ClaudeAgent Class Features</a:t>
          </a:r>
        </a:p>
      </dsp:txBody>
      <dsp:txXfrm>
        <a:off x="1433" y="126758"/>
        <a:ext cx="1535269" cy="921161"/>
      </dsp:txXfrm>
    </dsp:sp>
    <dsp:sp modelId="{0CEBB9CB-8341-DC41-9908-779263AE8ABE}">
      <dsp:nvSpPr>
        <dsp:cNvPr id="0" name=""/>
        <dsp:cNvSpPr/>
      </dsp:nvSpPr>
      <dsp:spPr>
        <a:xfrm>
          <a:off x="3423284" y="541619"/>
          <a:ext cx="3225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2512" y="45720"/>
              </a:lnTo>
            </a:path>
          </a:pathLst>
        </a:custGeom>
        <a:noFill/>
        <a:ln w="9525" cap="flat" cmpd="sng" algn="ctr">
          <a:solidFill>
            <a:schemeClr val="accent2">
              <a:hueOff val="-339298"/>
              <a:satOff val="1118"/>
              <a:lumOff val="119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75712" y="585574"/>
        <a:ext cx="17655" cy="3531"/>
      </dsp:txXfrm>
    </dsp:sp>
    <dsp:sp modelId="{8F5ED946-A7B2-4C47-8780-6D7E0CA70579}">
      <dsp:nvSpPr>
        <dsp:cNvPr id="0" name=""/>
        <dsp:cNvSpPr/>
      </dsp:nvSpPr>
      <dsp:spPr>
        <a:xfrm>
          <a:off x="1889814" y="126758"/>
          <a:ext cx="1535269" cy="921161"/>
        </a:xfrm>
        <a:prstGeom prst="rect">
          <a:avLst/>
        </a:prstGeom>
        <a:solidFill>
          <a:schemeClr val="accent2">
            <a:hueOff val="-308452"/>
            <a:satOff val="1017"/>
            <a:lumOff val="108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29" tIns="78967" rIns="75229" bIns="7896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System prompt for personality definition</a:t>
          </a:r>
        </a:p>
      </dsp:txBody>
      <dsp:txXfrm>
        <a:off x="1889814" y="126758"/>
        <a:ext cx="1535269" cy="921161"/>
      </dsp:txXfrm>
    </dsp:sp>
    <dsp:sp modelId="{A0E7AB3B-B9D8-D048-B763-8B313E470D24}">
      <dsp:nvSpPr>
        <dsp:cNvPr id="0" name=""/>
        <dsp:cNvSpPr/>
      </dsp:nvSpPr>
      <dsp:spPr>
        <a:xfrm>
          <a:off x="5311666" y="541619"/>
          <a:ext cx="3225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2512" y="45720"/>
              </a:lnTo>
            </a:path>
          </a:pathLst>
        </a:custGeom>
        <a:noFill/>
        <a:ln w="9525" cap="flat" cmpd="sng" algn="ctr">
          <a:solidFill>
            <a:schemeClr val="accent2">
              <a:hueOff val="-678595"/>
              <a:satOff val="2237"/>
              <a:lumOff val="239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64094" y="585574"/>
        <a:ext cx="17655" cy="3531"/>
      </dsp:txXfrm>
    </dsp:sp>
    <dsp:sp modelId="{12C8D28B-7971-954E-9D8B-B72F6F6A0BBF}">
      <dsp:nvSpPr>
        <dsp:cNvPr id="0" name=""/>
        <dsp:cNvSpPr/>
      </dsp:nvSpPr>
      <dsp:spPr>
        <a:xfrm>
          <a:off x="3778196" y="126758"/>
          <a:ext cx="1535269" cy="921161"/>
        </a:xfrm>
        <a:prstGeom prst="rect">
          <a:avLst/>
        </a:prstGeom>
        <a:solidFill>
          <a:schemeClr val="accent2">
            <a:hueOff val="-616905"/>
            <a:satOff val="2034"/>
            <a:lumOff val="217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29" tIns="78967" rIns="75229" bIns="7896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Conversation history management</a:t>
          </a:r>
        </a:p>
      </dsp:txBody>
      <dsp:txXfrm>
        <a:off x="3778196" y="126758"/>
        <a:ext cx="1535269" cy="921161"/>
      </dsp:txXfrm>
    </dsp:sp>
    <dsp:sp modelId="{6E6C6F40-D9DD-9141-BE0A-383E3FCDE9B7}">
      <dsp:nvSpPr>
        <dsp:cNvPr id="0" name=""/>
        <dsp:cNvSpPr/>
      </dsp:nvSpPr>
      <dsp:spPr>
        <a:xfrm>
          <a:off x="769068" y="1046120"/>
          <a:ext cx="5665144" cy="322512"/>
        </a:xfrm>
        <a:custGeom>
          <a:avLst/>
          <a:gdLst/>
          <a:ahLst/>
          <a:cxnLst/>
          <a:rect l="0" t="0" r="0" b="0"/>
          <a:pathLst>
            <a:path>
              <a:moveTo>
                <a:pt x="5665144" y="0"/>
              </a:moveTo>
              <a:lnTo>
                <a:pt x="5665144" y="178356"/>
              </a:lnTo>
              <a:lnTo>
                <a:pt x="0" y="178356"/>
              </a:lnTo>
              <a:lnTo>
                <a:pt x="0" y="322512"/>
              </a:lnTo>
            </a:path>
          </a:pathLst>
        </a:custGeom>
        <a:noFill/>
        <a:ln w="9525" cap="flat" cmpd="sng" algn="ctr">
          <a:solidFill>
            <a:schemeClr val="accent2">
              <a:hueOff val="-1017893"/>
              <a:satOff val="3355"/>
              <a:lumOff val="358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59737" y="1205611"/>
        <a:ext cx="283806" cy="3531"/>
      </dsp:txXfrm>
    </dsp:sp>
    <dsp:sp modelId="{22C3F3E8-33E4-4846-B13A-68410E221229}">
      <dsp:nvSpPr>
        <dsp:cNvPr id="0" name=""/>
        <dsp:cNvSpPr/>
      </dsp:nvSpPr>
      <dsp:spPr>
        <a:xfrm>
          <a:off x="5666578" y="126758"/>
          <a:ext cx="1535269" cy="921161"/>
        </a:xfrm>
        <a:prstGeom prst="rect">
          <a:avLst/>
        </a:prstGeom>
        <a:solidFill>
          <a:schemeClr val="accent2">
            <a:hueOff val="-925357"/>
            <a:satOff val="3050"/>
            <a:lumOff val="326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29" tIns="78967" rIns="75229" bIns="7896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API error handling</a:t>
          </a:r>
        </a:p>
      </dsp:txBody>
      <dsp:txXfrm>
        <a:off x="5666578" y="126758"/>
        <a:ext cx="1535269" cy="921161"/>
      </dsp:txXfrm>
    </dsp:sp>
    <dsp:sp modelId="{86387376-223A-D647-BD04-172D42D04A99}">
      <dsp:nvSpPr>
        <dsp:cNvPr id="0" name=""/>
        <dsp:cNvSpPr/>
      </dsp:nvSpPr>
      <dsp:spPr>
        <a:xfrm>
          <a:off x="1534902" y="1815893"/>
          <a:ext cx="3225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2512" y="45720"/>
              </a:lnTo>
            </a:path>
          </a:pathLst>
        </a:custGeom>
        <a:noFill/>
        <a:ln w="9525" cap="flat" cmpd="sng" algn="ctr">
          <a:solidFill>
            <a:schemeClr val="accent2">
              <a:hueOff val="-1357190"/>
              <a:satOff val="4474"/>
              <a:lumOff val="478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87331" y="1859847"/>
        <a:ext cx="17655" cy="3531"/>
      </dsp:txXfrm>
    </dsp:sp>
    <dsp:sp modelId="{61BB0F3D-A623-6A41-BEE7-31FED5BDD8D2}">
      <dsp:nvSpPr>
        <dsp:cNvPr id="0" name=""/>
        <dsp:cNvSpPr/>
      </dsp:nvSpPr>
      <dsp:spPr>
        <a:xfrm>
          <a:off x="1433" y="1401032"/>
          <a:ext cx="1535269" cy="921161"/>
        </a:xfrm>
        <a:prstGeom prst="rect">
          <a:avLst/>
        </a:prstGeom>
        <a:solidFill>
          <a:schemeClr val="accent2">
            <a:hueOff val="-1233809"/>
            <a:satOff val="4067"/>
            <a:lumOff val="434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29" tIns="78967" rIns="75229" bIns="7896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Context preservation across turns</a:t>
          </a:r>
        </a:p>
      </dsp:txBody>
      <dsp:txXfrm>
        <a:off x="1433" y="1401032"/>
        <a:ext cx="1535269" cy="921161"/>
      </dsp:txXfrm>
    </dsp:sp>
    <dsp:sp modelId="{BF3CFB6B-BB7C-454A-8502-A3EB7FDDB09B}">
      <dsp:nvSpPr>
        <dsp:cNvPr id="0" name=""/>
        <dsp:cNvSpPr/>
      </dsp:nvSpPr>
      <dsp:spPr>
        <a:xfrm>
          <a:off x="3423284" y="1815893"/>
          <a:ext cx="3225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2512" y="45720"/>
              </a:lnTo>
            </a:path>
          </a:pathLst>
        </a:custGeom>
        <a:noFill/>
        <a:ln w="9525" cap="flat" cmpd="sng" algn="ctr">
          <a:solidFill>
            <a:schemeClr val="accent2">
              <a:hueOff val="-1696488"/>
              <a:satOff val="5592"/>
              <a:lumOff val="598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75712" y="1859847"/>
        <a:ext cx="17655" cy="3531"/>
      </dsp:txXfrm>
    </dsp:sp>
    <dsp:sp modelId="{6E5035C0-76A8-EF4D-9CF3-0D9FF0A66CD3}">
      <dsp:nvSpPr>
        <dsp:cNvPr id="0" name=""/>
        <dsp:cNvSpPr/>
      </dsp:nvSpPr>
      <dsp:spPr>
        <a:xfrm>
          <a:off x="1889814" y="1401032"/>
          <a:ext cx="1535269" cy="921161"/>
        </a:xfrm>
        <a:prstGeom prst="rect">
          <a:avLst/>
        </a:prstGeom>
        <a:solidFill>
          <a:schemeClr val="accent2">
            <a:hueOff val="-1542262"/>
            <a:satOff val="5084"/>
            <a:lumOff val="543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29" tIns="78967" rIns="75229" bIns="7896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📝 Key Code Components</a:t>
          </a:r>
        </a:p>
      </dsp:txBody>
      <dsp:txXfrm>
        <a:off x="1889814" y="1401032"/>
        <a:ext cx="1535269" cy="921161"/>
      </dsp:txXfrm>
    </dsp:sp>
    <dsp:sp modelId="{93F9B371-ECD8-FA42-AC8F-9D58B29A5394}">
      <dsp:nvSpPr>
        <dsp:cNvPr id="0" name=""/>
        <dsp:cNvSpPr/>
      </dsp:nvSpPr>
      <dsp:spPr>
        <a:xfrm>
          <a:off x="5311666" y="1815893"/>
          <a:ext cx="3225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2512" y="45720"/>
              </a:lnTo>
            </a:path>
          </a:pathLst>
        </a:custGeom>
        <a:noFill/>
        <a:ln w="9525" cap="flat" cmpd="sng" algn="ctr">
          <a:solidFill>
            <a:schemeClr val="accent2">
              <a:hueOff val="-2035785"/>
              <a:satOff val="6711"/>
              <a:lumOff val="717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64094" y="1859847"/>
        <a:ext cx="17655" cy="3531"/>
      </dsp:txXfrm>
    </dsp:sp>
    <dsp:sp modelId="{6ADB10BC-4B61-6F4E-96CA-EE41AC5EF29C}">
      <dsp:nvSpPr>
        <dsp:cNvPr id="0" name=""/>
        <dsp:cNvSpPr/>
      </dsp:nvSpPr>
      <dsp:spPr>
        <a:xfrm>
          <a:off x="3778196" y="1401032"/>
          <a:ext cx="1535269" cy="921161"/>
        </a:xfrm>
        <a:prstGeom prst="rect">
          <a:avLst/>
        </a:prstGeom>
        <a:solidFill>
          <a:schemeClr val="accent2">
            <a:hueOff val="-1850714"/>
            <a:satOff val="6101"/>
            <a:lumOff val="652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29" tIns="78967" rIns="75229" bIns="7896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Environment-based API key loading (.env file)</a:t>
          </a:r>
        </a:p>
      </dsp:txBody>
      <dsp:txXfrm>
        <a:off x="3778196" y="1401032"/>
        <a:ext cx="1535269" cy="921161"/>
      </dsp:txXfrm>
    </dsp:sp>
    <dsp:sp modelId="{0AF55D98-87DA-8B47-8C40-0F867AC2BAB2}">
      <dsp:nvSpPr>
        <dsp:cNvPr id="0" name=""/>
        <dsp:cNvSpPr/>
      </dsp:nvSpPr>
      <dsp:spPr>
        <a:xfrm>
          <a:off x="769068" y="2320394"/>
          <a:ext cx="5665144" cy="322512"/>
        </a:xfrm>
        <a:custGeom>
          <a:avLst/>
          <a:gdLst/>
          <a:ahLst/>
          <a:cxnLst/>
          <a:rect l="0" t="0" r="0" b="0"/>
          <a:pathLst>
            <a:path>
              <a:moveTo>
                <a:pt x="5665144" y="0"/>
              </a:moveTo>
              <a:lnTo>
                <a:pt x="5665144" y="178356"/>
              </a:lnTo>
              <a:lnTo>
                <a:pt x="0" y="178356"/>
              </a:lnTo>
              <a:lnTo>
                <a:pt x="0" y="322512"/>
              </a:lnTo>
            </a:path>
          </a:pathLst>
        </a:custGeom>
        <a:noFill/>
        <a:ln w="9525" cap="flat" cmpd="sng" algn="ctr">
          <a:solidFill>
            <a:schemeClr val="accent2">
              <a:hueOff val="-2375083"/>
              <a:satOff val="7829"/>
              <a:lumOff val="8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59737" y="2479884"/>
        <a:ext cx="283806" cy="3531"/>
      </dsp:txXfrm>
    </dsp:sp>
    <dsp:sp modelId="{EF7DB3E8-9045-1D44-BC9D-37DAEA7D1636}">
      <dsp:nvSpPr>
        <dsp:cNvPr id="0" name=""/>
        <dsp:cNvSpPr/>
      </dsp:nvSpPr>
      <dsp:spPr>
        <a:xfrm>
          <a:off x="5666578" y="1401032"/>
          <a:ext cx="1535269" cy="921161"/>
        </a:xfrm>
        <a:prstGeom prst="rect">
          <a:avLst/>
        </a:prstGeom>
        <a:solidFill>
          <a:schemeClr val="accent2">
            <a:hueOff val="-2159166"/>
            <a:satOff val="7118"/>
            <a:lumOff val="761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29" tIns="78967" rIns="75229" bIns="7896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Message history in OpenAI format</a:t>
          </a:r>
        </a:p>
      </dsp:txBody>
      <dsp:txXfrm>
        <a:off x="5666578" y="1401032"/>
        <a:ext cx="1535269" cy="921161"/>
      </dsp:txXfrm>
    </dsp:sp>
    <dsp:sp modelId="{5563AF25-D0B3-0F45-AB6B-057BAEFBBCCD}">
      <dsp:nvSpPr>
        <dsp:cNvPr id="0" name=""/>
        <dsp:cNvSpPr/>
      </dsp:nvSpPr>
      <dsp:spPr>
        <a:xfrm>
          <a:off x="1534902" y="3090167"/>
          <a:ext cx="3225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2512" y="45720"/>
              </a:lnTo>
            </a:path>
          </a:pathLst>
        </a:custGeom>
        <a:noFill/>
        <a:ln w="9525" cap="flat" cmpd="sng" algn="ctr">
          <a:solidFill>
            <a:schemeClr val="accent2">
              <a:hueOff val="-2714380"/>
              <a:satOff val="8948"/>
              <a:lumOff val="956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687331" y="3134121"/>
        <a:ext cx="17655" cy="3531"/>
      </dsp:txXfrm>
    </dsp:sp>
    <dsp:sp modelId="{858A27B3-3C6F-4240-801C-CF50412799AD}">
      <dsp:nvSpPr>
        <dsp:cNvPr id="0" name=""/>
        <dsp:cNvSpPr/>
      </dsp:nvSpPr>
      <dsp:spPr>
        <a:xfrm>
          <a:off x="1433" y="2675306"/>
          <a:ext cx="1535269" cy="921161"/>
        </a:xfrm>
        <a:prstGeom prst="rect">
          <a:avLst/>
        </a:prstGeom>
        <a:solidFill>
          <a:schemeClr val="accent2">
            <a:hueOff val="-2467619"/>
            <a:satOff val="8135"/>
            <a:lumOff val="869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29" tIns="78967" rIns="75229" bIns="7896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Dynamic response generation</a:t>
          </a:r>
        </a:p>
      </dsp:txBody>
      <dsp:txXfrm>
        <a:off x="1433" y="2675306"/>
        <a:ext cx="1535269" cy="921161"/>
      </dsp:txXfrm>
    </dsp:sp>
    <dsp:sp modelId="{00FB13A8-A98A-BD45-8C40-6DD1A809121D}">
      <dsp:nvSpPr>
        <dsp:cNvPr id="0" name=""/>
        <dsp:cNvSpPr/>
      </dsp:nvSpPr>
      <dsp:spPr>
        <a:xfrm>
          <a:off x="3423284" y="3090167"/>
          <a:ext cx="3225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2512" y="45720"/>
              </a:lnTo>
            </a:path>
          </a:pathLst>
        </a:custGeom>
        <a:noFill/>
        <a:ln w="9525" cap="flat" cmpd="sng" algn="ctr">
          <a:solidFill>
            <a:schemeClr val="accent2">
              <a:hueOff val="-3053678"/>
              <a:satOff val="10066"/>
              <a:lumOff val="1076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75712" y="3134121"/>
        <a:ext cx="17655" cy="3531"/>
      </dsp:txXfrm>
    </dsp:sp>
    <dsp:sp modelId="{4065DD39-6E18-484B-942F-E90232765E2C}">
      <dsp:nvSpPr>
        <dsp:cNvPr id="0" name=""/>
        <dsp:cNvSpPr/>
      </dsp:nvSpPr>
      <dsp:spPr>
        <a:xfrm>
          <a:off x="1889814" y="2675306"/>
          <a:ext cx="1535269" cy="921161"/>
        </a:xfrm>
        <a:prstGeom prst="rect">
          <a:avLst/>
        </a:prstGeom>
        <a:solidFill>
          <a:schemeClr val="accent2">
            <a:hueOff val="-2776071"/>
            <a:satOff val="9151"/>
            <a:lumOff val="978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29" tIns="78967" rIns="75229" bIns="7896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Configurable max tokens and model selection</a:t>
          </a:r>
        </a:p>
      </dsp:txBody>
      <dsp:txXfrm>
        <a:off x="1889814" y="2675306"/>
        <a:ext cx="1535269" cy="921161"/>
      </dsp:txXfrm>
    </dsp:sp>
    <dsp:sp modelId="{5B8FC0B5-48A2-CE4A-A334-09AABB658BB4}">
      <dsp:nvSpPr>
        <dsp:cNvPr id="0" name=""/>
        <dsp:cNvSpPr/>
      </dsp:nvSpPr>
      <dsp:spPr>
        <a:xfrm>
          <a:off x="5311666" y="3090167"/>
          <a:ext cx="32251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2512" y="45720"/>
              </a:lnTo>
            </a:path>
          </a:pathLst>
        </a:custGeom>
        <a:noFill/>
        <a:ln w="9525" cap="flat" cmpd="sng" algn="ctr">
          <a:solidFill>
            <a:schemeClr val="accent2">
              <a:hueOff val="-3392975"/>
              <a:satOff val="11185"/>
              <a:lumOff val="1196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464094" y="3134121"/>
        <a:ext cx="17655" cy="3531"/>
      </dsp:txXfrm>
    </dsp:sp>
    <dsp:sp modelId="{68825DE5-C86E-D44F-BA8C-E7C381554A6C}">
      <dsp:nvSpPr>
        <dsp:cNvPr id="0" name=""/>
        <dsp:cNvSpPr/>
      </dsp:nvSpPr>
      <dsp:spPr>
        <a:xfrm>
          <a:off x="3778196" y="2675306"/>
          <a:ext cx="1535269" cy="921161"/>
        </a:xfrm>
        <a:prstGeom prst="rect">
          <a:avLst/>
        </a:prstGeom>
        <a:solidFill>
          <a:schemeClr val="accent2">
            <a:hueOff val="-3084523"/>
            <a:satOff val="10168"/>
            <a:lumOff val="1087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29" tIns="78967" rIns="75229" bIns="7896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✨ Demonstration Topic</a:t>
          </a:r>
        </a:p>
      </dsp:txBody>
      <dsp:txXfrm>
        <a:off x="3778196" y="2675306"/>
        <a:ext cx="1535269" cy="921161"/>
      </dsp:txXfrm>
    </dsp:sp>
    <dsp:sp modelId="{73354E27-682D-4646-ACAF-1C953020624A}">
      <dsp:nvSpPr>
        <dsp:cNvPr id="0" name=""/>
        <dsp:cNvSpPr/>
      </dsp:nvSpPr>
      <dsp:spPr>
        <a:xfrm>
          <a:off x="5666578" y="2675306"/>
          <a:ext cx="1535269" cy="921161"/>
        </a:xfrm>
        <a:prstGeom prst="rect">
          <a:avLst/>
        </a:prstGeom>
        <a:solidFill>
          <a:schemeClr val="accent2">
            <a:hueOff val="-3392975"/>
            <a:satOff val="11185"/>
            <a:lumOff val="1196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229" tIns="78967" rIns="75229" bIns="7896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'What would happen if we could travel at light speed?'</a:t>
          </a:r>
        </a:p>
      </dsp:txBody>
      <dsp:txXfrm>
        <a:off x="5666578" y="2675306"/>
        <a:ext cx="1535269" cy="92116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E84E7C-54BA-3041-A9D0-63637791F546}">
      <dsp:nvSpPr>
        <dsp:cNvPr id="0" name=""/>
        <dsp:cNvSpPr/>
      </dsp:nvSpPr>
      <dsp:spPr>
        <a:xfrm>
          <a:off x="637321" y="296"/>
          <a:ext cx="1378753" cy="82725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📌 Main Takeaways</a:t>
          </a:r>
        </a:p>
      </dsp:txBody>
      <dsp:txXfrm>
        <a:off x="637321" y="296"/>
        <a:ext cx="1378753" cy="827251"/>
      </dsp:txXfrm>
    </dsp:sp>
    <dsp:sp modelId="{78A26BC3-AC1E-2C43-B280-63472FECDA9A}">
      <dsp:nvSpPr>
        <dsp:cNvPr id="0" name=""/>
        <dsp:cNvSpPr/>
      </dsp:nvSpPr>
      <dsp:spPr>
        <a:xfrm>
          <a:off x="2153949" y="296"/>
          <a:ext cx="1378753" cy="827251"/>
        </a:xfrm>
        <a:prstGeom prst="rect">
          <a:avLst/>
        </a:prstGeom>
        <a:solidFill>
          <a:schemeClr val="accent2">
            <a:hueOff val="-282748"/>
            <a:satOff val="932"/>
            <a:lumOff val="99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VAE excels at generation due to structured latent space</a:t>
          </a:r>
        </a:p>
      </dsp:txBody>
      <dsp:txXfrm>
        <a:off x="2153949" y="296"/>
        <a:ext cx="1378753" cy="827251"/>
      </dsp:txXfrm>
    </dsp:sp>
    <dsp:sp modelId="{F282A49F-0667-F14E-A8FF-526DE6161F2C}">
      <dsp:nvSpPr>
        <dsp:cNvPr id="0" name=""/>
        <dsp:cNvSpPr/>
      </dsp:nvSpPr>
      <dsp:spPr>
        <a:xfrm>
          <a:off x="3670578" y="296"/>
          <a:ext cx="1378753" cy="827251"/>
        </a:xfrm>
        <a:prstGeom prst="rect">
          <a:avLst/>
        </a:prstGeom>
        <a:solidFill>
          <a:schemeClr val="accent2">
            <a:hueOff val="-565496"/>
            <a:satOff val="1864"/>
            <a:lumOff val="199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Multi-agent systems enable complex AI interactions</a:t>
          </a:r>
        </a:p>
      </dsp:txBody>
      <dsp:txXfrm>
        <a:off x="3670578" y="296"/>
        <a:ext cx="1378753" cy="827251"/>
      </dsp:txXfrm>
    </dsp:sp>
    <dsp:sp modelId="{8A62F2CB-86E2-AA46-911A-157EC392A354}">
      <dsp:nvSpPr>
        <dsp:cNvPr id="0" name=""/>
        <dsp:cNvSpPr/>
      </dsp:nvSpPr>
      <dsp:spPr>
        <a:xfrm>
          <a:off x="5187206" y="296"/>
          <a:ext cx="1378753" cy="827251"/>
        </a:xfrm>
        <a:prstGeom prst="rect">
          <a:avLst/>
        </a:prstGeom>
        <a:solidFill>
          <a:schemeClr val="accent2">
            <a:hueOff val="-848244"/>
            <a:satOff val="2796"/>
            <a:lumOff val="299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Claude API provides robust agent implementation</a:t>
          </a:r>
        </a:p>
      </dsp:txBody>
      <dsp:txXfrm>
        <a:off x="5187206" y="296"/>
        <a:ext cx="1378753" cy="827251"/>
      </dsp:txXfrm>
    </dsp:sp>
    <dsp:sp modelId="{FDF5219C-7DEE-6A4F-9852-3D021B712243}">
      <dsp:nvSpPr>
        <dsp:cNvPr id="0" name=""/>
        <dsp:cNvSpPr/>
      </dsp:nvSpPr>
      <dsp:spPr>
        <a:xfrm>
          <a:off x="637321" y="965424"/>
          <a:ext cx="1378753" cy="827251"/>
        </a:xfrm>
        <a:prstGeom prst="rect">
          <a:avLst/>
        </a:prstGeom>
        <a:solidFill>
          <a:schemeClr val="accent2">
            <a:hueOff val="-1130992"/>
            <a:satOff val="3728"/>
            <a:lumOff val="398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🚀 Future Enhancements</a:t>
          </a:r>
        </a:p>
      </dsp:txBody>
      <dsp:txXfrm>
        <a:off x="637321" y="965424"/>
        <a:ext cx="1378753" cy="827251"/>
      </dsp:txXfrm>
    </dsp:sp>
    <dsp:sp modelId="{53971BB8-372B-044D-AA14-243FF8D093A7}">
      <dsp:nvSpPr>
        <dsp:cNvPr id="0" name=""/>
        <dsp:cNvSpPr/>
      </dsp:nvSpPr>
      <dsp:spPr>
        <a:xfrm>
          <a:off x="2153949" y="965424"/>
          <a:ext cx="1378753" cy="827251"/>
        </a:xfrm>
        <a:prstGeom prst="rect">
          <a:avLst/>
        </a:prstGeom>
        <a:solidFill>
          <a:schemeClr val="accent2">
            <a:hueOff val="-1413740"/>
            <a:satOff val="4660"/>
            <a:lumOff val="498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Autoencoders:</a:t>
          </a:r>
        </a:p>
      </dsp:txBody>
      <dsp:txXfrm>
        <a:off x="2153949" y="965424"/>
        <a:ext cx="1378753" cy="827251"/>
      </dsp:txXfrm>
    </dsp:sp>
    <dsp:sp modelId="{ECA1EE52-9D46-3941-96AB-CC9A9D648256}">
      <dsp:nvSpPr>
        <dsp:cNvPr id="0" name=""/>
        <dsp:cNvSpPr/>
      </dsp:nvSpPr>
      <dsp:spPr>
        <a:xfrm>
          <a:off x="3670578" y="965424"/>
          <a:ext cx="1378753" cy="827251"/>
        </a:xfrm>
        <a:prstGeom prst="rect">
          <a:avLst/>
        </a:prstGeom>
        <a:solidFill>
          <a:schemeClr val="accent2">
            <a:hueOff val="-1696488"/>
            <a:satOff val="5592"/>
            <a:lumOff val="598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Convolutional architectures for better image quality</a:t>
          </a:r>
        </a:p>
      </dsp:txBody>
      <dsp:txXfrm>
        <a:off x="3670578" y="965424"/>
        <a:ext cx="1378753" cy="827251"/>
      </dsp:txXfrm>
    </dsp:sp>
    <dsp:sp modelId="{81AA5291-8228-E648-9FD3-23E25BAB2027}">
      <dsp:nvSpPr>
        <dsp:cNvPr id="0" name=""/>
        <dsp:cNvSpPr/>
      </dsp:nvSpPr>
      <dsp:spPr>
        <a:xfrm>
          <a:off x="5187206" y="965424"/>
          <a:ext cx="1378753" cy="827251"/>
        </a:xfrm>
        <a:prstGeom prst="rect">
          <a:avLst/>
        </a:prstGeom>
        <a:solidFill>
          <a:schemeClr val="accent2">
            <a:hueOff val="-1979236"/>
            <a:satOff val="6525"/>
            <a:lumOff val="697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β-VAE for controlled disentanglement</a:t>
          </a:r>
        </a:p>
      </dsp:txBody>
      <dsp:txXfrm>
        <a:off x="5187206" y="965424"/>
        <a:ext cx="1378753" cy="827251"/>
      </dsp:txXfrm>
    </dsp:sp>
    <dsp:sp modelId="{B938CDF6-1E50-B741-A5A2-228232AF8380}">
      <dsp:nvSpPr>
        <dsp:cNvPr id="0" name=""/>
        <dsp:cNvSpPr/>
      </dsp:nvSpPr>
      <dsp:spPr>
        <a:xfrm>
          <a:off x="637321" y="1930551"/>
          <a:ext cx="1378753" cy="827251"/>
        </a:xfrm>
        <a:prstGeom prst="rect">
          <a:avLst/>
        </a:prstGeom>
        <a:solidFill>
          <a:schemeClr val="accent2">
            <a:hueOff val="-2261984"/>
            <a:satOff val="7457"/>
            <a:lumOff val="797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Conditional generation (specify digit class)</a:t>
          </a:r>
        </a:p>
      </dsp:txBody>
      <dsp:txXfrm>
        <a:off x="637321" y="1930551"/>
        <a:ext cx="1378753" cy="827251"/>
      </dsp:txXfrm>
    </dsp:sp>
    <dsp:sp modelId="{170C9227-7510-7741-AD76-B4A4F6071A34}">
      <dsp:nvSpPr>
        <dsp:cNvPr id="0" name=""/>
        <dsp:cNvSpPr/>
      </dsp:nvSpPr>
      <dsp:spPr>
        <a:xfrm>
          <a:off x="2153949" y="1930551"/>
          <a:ext cx="1378753" cy="827251"/>
        </a:xfrm>
        <a:prstGeom prst="rect">
          <a:avLst/>
        </a:prstGeom>
        <a:solidFill>
          <a:schemeClr val="accent2">
            <a:hueOff val="-2544732"/>
            <a:satOff val="8389"/>
            <a:lumOff val="897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Multi-Agent Systems:</a:t>
          </a:r>
        </a:p>
      </dsp:txBody>
      <dsp:txXfrm>
        <a:off x="2153949" y="1930551"/>
        <a:ext cx="1378753" cy="827251"/>
      </dsp:txXfrm>
    </dsp:sp>
    <dsp:sp modelId="{876645AC-F056-4F47-93AE-06E4EAFB734E}">
      <dsp:nvSpPr>
        <dsp:cNvPr id="0" name=""/>
        <dsp:cNvSpPr/>
      </dsp:nvSpPr>
      <dsp:spPr>
        <a:xfrm>
          <a:off x="3670578" y="1930551"/>
          <a:ext cx="1378753" cy="827251"/>
        </a:xfrm>
        <a:prstGeom prst="rect">
          <a:avLst/>
        </a:prstGeom>
        <a:solidFill>
          <a:schemeClr val="accent2">
            <a:hueOff val="-2827479"/>
            <a:satOff val="9321"/>
            <a:lumOff val="996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Tool-using capabilities (search, calculator)</a:t>
          </a:r>
        </a:p>
      </dsp:txBody>
      <dsp:txXfrm>
        <a:off x="3670578" y="1930551"/>
        <a:ext cx="1378753" cy="827251"/>
      </dsp:txXfrm>
    </dsp:sp>
    <dsp:sp modelId="{1DF012C3-DACA-1B48-AA02-709B5B684586}">
      <dsp:nvSpPr>
        <dsp:cNvPr id="0" name=""/>
        <dsp:cNvSpPr/>
      </dsp:nvSpPr>
      <dsp:spPr>
        <a:xfrm>
          <a:off x="5187206" y="1930551"/>
          <a:ext cx="1378753" cy="827251"/>
        </a:xfrm>
        <a:prstGeom prst="rect">
          <a:avLst/>
        </a:prstGeom>
        <a:solidFill>
          <a:schemeClr val="accent2">
            <a:hueOff val="-3110228"/>
            <a:satOff val="10253"/>
            <a:lumOff val="1096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Multi-agent collaboration on complex tasks</a:t>
          </a:r>
        </a:p>
      </dsp:txBody>
      <dsp:txXfrm>
        <a:off x="5187206" y="1930551"/>
        <a:ext cx="1378753" cy="827251"/>
      </dsp:txXfrm>
    </dsp:sp>
    <dsp:sp modelId="{CE43294D-AEA1-2B4A-941F-0C76BEC485C1}">
      <dsp:nvSpPr>
        <dsp:cNvPr id="0" name=""/>
        <dsp:cNvSpPr/>
      </dsp:nvSpPr>
      <dsp:spPr>
        <a:xfrm>
          <a:off x="2912263" y="2895678"/>
          <a:ext cx="1378753" cy="827251"/>
        </a:xfrm>
        <a:prstGeom prst="rect">
          <a:avLst/>
        </a:prstGeom>
        <a:solidFill>
          <a:schemeClr val="accent2">
            <a:hueOff val="-3392975"/>
            <a:satOff val="11185"/>
            <a:lumOff val="1196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• Memory systems for long-term context</a:t>
          </a:r>
        </a:p>
      </dsp:txBody>
      <dsp:txXfrm>
        <a:off x="2912263" y="2895678"/>
        <a:ext cx="1378753" cy="8272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5841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2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326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91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024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329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2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7691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489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882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5175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41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BBC7667-C352-4842-9AFD-E5C16AD0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13335" y="3528542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C69834E-5EEE-4D61-833E-0492889645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E5D9BA-46E7-4BFA-9C74-75495BF6F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033D76-5800-44B6-AFE9-EE2106935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98" y="638508"/>
            <a:ext cx="8179004" cy="4843439"/>
          </a:xfrm>
          <a:prstGeom prst="rect">
            <a:avLst/>
          </a:prstGeom>
          <a:gradFill>
            <a:gsLst>
              <a:gs pos="0">
                <a:srgbClr val="000001"/>
              </a:gs>
              <a:gs pos="100000">
                <a:srgbClr val="191919"/>
              </a:gs>
            </a:gsLst>
          </a:gradFill>
          <a:ln w="76200" cmpd="sng">
            <a:noFill/>
            <a:miter lim="800000"/>
          </a:ln>
          <a:effectLst>
            <a:outerShdw blurRad="127000" dist="228600" dir="4740000" sx="98000" sy="98000" algn="tl" rotWithShape="0">
              <a:srgbClr val="000000">
                <a:alpha val="34000"/>
              </a:srgbClr>
            </a:outerShdw>
          </a:effectLst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2D6F85-FFBA-4F81-AEE5-AAA17CB7A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2653" y="865667"/>
            <a:ext cx="7838694" cy="4389120"/>
          </a:xfrm>
          <a:prstGeom prst="rect">
            <a:avLst/>
          </a:prstGeom>
          <a:ln w="50800" cmpd="sng">
            <a:solidFill>
              <a:srgbClr val="191919"/>
            </a:solidFill>
            <a:miter lim="800000"/>
          </a:ln>
          <a:effectLst>
            <a:innerShdw blurRad="63500" dist="88900" dir="14100000">
              <a:srgbClr val="000000">
                <a:alpha val="30000"/>
              </a:srgbClr>
            </a:inn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1"/>
          </a:lnRef>
          <a:fillRef idx="1003">
            <a:schemeClr val="dk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B31514-E6DF-4357-9EEA-EFB798308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6097" y="1030259"/>
            <a:ext cx="7591806" cy="4059936"/>
          </a:xfrm>
          <a:prstGeom prst="rect">
            <a:avLst/>
          </a:prstGeom>
          <a:ln>
            <a:solidFill>
              <a:srgbClr val="949494"/>
            </a:solidFill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167803" y="1584552"/>
            <a:ext cx="6824441" cy="2537251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solidFill>
                  <a:srgbClr val="1F4E79"/>
                </a:solidFill>
              </a:defRPr>
            </a:pPr>
            <a:r>
              <a:rPr lang="en-US" sz="5800" cap="all">
                <a:solidFill>
                  <a:srgbClr val="454545"/>
                </a:solidFill>
                <a:latin typeface="+mj-lt"/>
                <a:ea typeface="+mj-ea"/>
                <a:cs typeface="+mj-cs"/>
              </a:rPr>
              <a:t>Autoencoders &amp; Multi-Agent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51529" y="4133234"/>
            <a:ext cx="6840715" cy="744373"/>
          </a:xfrm>
          <a:prstGeom prst="rect">
            <a:avLst/>
          </a:prstGeom>
        </p:spPr>
        <p:txBody>
          <a:bodyPr vert="horz" lIns="91440" tIns="91440" rIns="91440" bIns="91440" rtlCol="0">
            <a:normAutofit/>
          </a:bodyPr>
          <a:lstStyle/>
          <a:p>
            <a:pPr algn="ctr" defTabSz="914400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  <a:buSzPct val="100000"/>
              <a:defRPr sz="2400">
                <a:solidFill>
                  <a:srgbClr val="00B0F0"/>
                </a:solidFill>
              </a:defRPr>
            </a:pPr>
            <a:r>
              <a:rPr lang="en-US" sz="1700" cap="all">
                <a:solidFill>
                  <a:schemeClr val="accent1"/>
                </a:solidFill>
              </a:rPr>
              <a:t>Sakshi Parikh</a:t>
            </a:r>
            <a:endParaRPr lang="en-US" sz="1700" cap="all" dirty="0">
              <a:solidFill>
                <a:schemeClr val="accent1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C401D57-600A-4C91-AC9A-14CA1ED6F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12BDC66-00FA-4A3F-9BC7-BE05FF770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7424F32-2789-4FF9-8E8A-1252284BF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08C46E-BB60-4B97-8327-D3A475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42755C-F24C-4D08-8E4C-E646382C3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E94A00-1A92-47F4-9E2D-E51DFF901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088684" y="2303047"/>
            <a:ext cx="2454070" cy="2674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1F4E79"/>
                </a:solidFill>
              </a:defRPr>
            </a:pPr>
            <a:r>
              <a:rPr lang="en-US" sz="3200" cap="all">
                <a:latin typeface="+mj-lt"/>
                <a:ea typeface="+mj-ea"/>
                <a:cs typeface="+mj-cs"/>
              </a:rPr>
              <a:t>Project Overview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4E1D7930-11E7-8ECA-51DC-D1EF5DFA01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2357938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Autoencoder Architectures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🔹 VANILLA AUTOENCODER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Deterministic encoding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Architecture: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  Input (784) → 512 → 256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  → 128 → Latent (20)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  → 128 → 256 → 512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  → Output (784)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Loss: MSE (Mean Squared Error)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Focus: Accurate reconstruction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🔹 VARIATIONAL AUTOENCODER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Probabilistic encoding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Architecture: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  Input (784) → 512 → 256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  → 128 → μ &amp; log σ²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  → Sample z ~ N(μ, σ²)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  → 128 → 256 → 512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  → Output (784)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Loss: Reconstruction + KL Divergence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Focus: Generative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7424F32-2789-4FF9-8E8A-1252284BF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08C46E-BB60-4B97-8327-D3A475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42755C-F24C-4D08-8E4C-E646382C3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E94A00-1A92-47F4-9E2D-E51DFF901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2D32A60-013B-47A8-8833-D24240809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27932B-B694-4C4C-90D7-A0333A7C5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088684" y="2303047"/>
            <a:ext cx="2454070" cy="26741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1F4E79"/>
                </a:solidFill>
              </a:defRPr>
            </a:pPr>
            <a:r>
              <a:rPr lang="en-US" sz="3200" cap="all">
                <a:latin typeface="+mj-lt"/>
                <a:ea typeface="+mj-ea"/>
                <a:cs typeface="+mj-cs"/>
              </a:rPr>
              <a:t>Key Architectural Differences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EBB0476-5CF0-4F44-8D68-5D42D7AEE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2146542"/>
            <a:ext cx="245407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Title 1">
            <a:extLst>
              <a:ext uri="{FF2B5EF4-FFF2-40B4-BE49-F238E27FC236}">
                <a16:creationId xmlns:a16="http://schemas.microsoft.com/office/drawing/2014/main" id="{A9DA474E-6B91-4200-840F-0257B2358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F63C9AD-AE6E-4512-8171-91612E84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E1A49CE-B63D-457A-A180-1C883E1A6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1AD27351-773D-5497-2F77-473297E9CC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3374469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7424F32-2789-4FF9-8E8A-1252284BF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08C46E-BB60-4B97-8327-D3A475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42755C-F24C-4D08-8E4C-E646382C3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E94A00-1A92-47F4-9E2D-E51DFF901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A86B93D-0879-4BC3-B616-90E504482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0E885D-F4D2-48FD-95D9-DA0751F3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705600" y="2307409"/>
            <a:ext cx="2133600" cy="15591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1F4E79"/>
                </a:solidFill>
              </a:defRPr>
            </a:pPr>
            <a:r>
              <a:rPr lang="en-US" sz="3200" cap="all" dirty="0">
                <a:latin typeface="+mj-lt"/>
                <a:ea typeface="+mj-ea"/>
                <a:cs typeface="+mj-cs"/>
              </a:rPr>
              <a:t>Experimental Results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9EC1CB8-4497-451C-9F6C-6BC9B6505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66994" y="2146542"/>
            <a:ext cx="236818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Title 1">
            <a:extLst>
              <a:ext uri="{FF2B5EF4-FFF2-40B4-BE49-F238E27FC236}">
                <a16:creationId xmlns:a16="http://schemas.microsoft.com/office/drawing/2014/main" id="{A599AF7C-8D7E-4D1B-AB28-587084B3D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685" y="3122496"/>
            <a:ext cx="2647617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456E2458-B51E-569D-99CC-E03D78A656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7296789"/>
              </p:ext>
            </p:extLst>
          </p:nvPr>
        </p:nvGraphicFramePr>
        <p:xfrm>
          <a:off x="0" y="803275"/>
          <a:ext cx="6611815" cy="5251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522FE7-5A29-4EF6-B1EF-2CA55748A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192E09-EBC7-416C-B887-DFF915D7F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24498D-E084-44BE-A196-CFCE35564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4C12901-9FCC-461E-A64A-89B479123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63C748C-967B-4A7B-A90F-3EDD0F485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7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143637-4934-44E4-B909-BAF1E7B27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3046595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7262" y="1240076"/>
            <a:ext cx="2045860" cy="458452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1F4E79"/>
                </a:solidFill>
              </a:defRPr>
            </a:pPr>
            <a:r>
              <a:rPr lang="en-US" sz="3200" b="0" i="0" kern="1200" cap="all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Multi-Agent System: Claude API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29195" y="1240077"/>
            <a:ext cx="4526120" cy="49164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500"/>
              <a:t>🤖 Agent Architecture</a:t>
            </a:r>
          </a:p>
          <a:p>
            <a:pPr indent="-228600" defTabSz="914400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500"/>
              <a:t>   • Framework: Anthropic Claude API</a:t>
            </a:r>
          </a:p>
          <a:p>
            <a:pPr indent="-228600" defTabSz="914400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500"/>
              <a:t>   • Model: Claude Sonnet 4.5</a:t>
            </a:r>
          </a:p>
          <a:p>
            <a:pPr indent="-228600" defTabSz="914400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500"/>
              <a:t>   • Memory: Full conversation history tracking</a:t>
            </a:r>
          </a:p>
          <a:p>
            <a:pPr indent="-228600" defTabSz="914400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500"/>
              <a:t>👥 Agent Profiles</a:t>
            </a:r>
          </a:p>
          <a:p>
            <a:pPr indent="-228600" defTabSz="914400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500"/>
              <a:t>   • Agent 1 (Alice): Creative Fiction Writer</a:t>
            </a:r>
          </a:p>
          <a:p>
            <a:pPr indent="-228600" defTabSz="914400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500"/>
              <a:t>     - Imaginative, storytelling-focused</a:t>
            </a:r>
          </a:p>
          <a:p>
            <a:pPr indent="-228600" defTabSz="914400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500"/>
              <a:t>   • Agent 2 (Bob): Science Enthusiast &amp; Physicist</a:t>
            </a:r>
          </a:p>
          <a:p>
            <a:pPr indent="-228600" defTabSz="914400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500"/>
              <a:t>     - Analytical, explanation-focused</a:t>
            </a:r>
          </a:p>
          <a:p>
            <a:pPr indent="-228600" defTabSz="914400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500"/>
              <a:t>💬 Communication Flow</a:t>
            </a:r>
          </a:p>
          <a:p>
            <a:pPr indent="-228600" defTabSz="914400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US" sz="1500"/>
              <a:t>   Initial message → Agent 1 responds → Agent 2 responds → Loop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7424F32-2789-4FF9-8E8A-1252284BF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08C46E-BB60-4B97-8327-D3A475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42755C-F24C-4D08-8E4C-E646382C3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E94A00-1A92-47F4-9E2D-E51DFF901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088684" y="804519"/>
            <a:ext cx="7202456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1F4E79"/>
                </a:solidFill>
              </a:defRPr>
            </a:pPr>
            <a:r>
              <a:rPr lang="en-US" sz="3200" cap="all">
                <a:latin typeface="+mj-lt"/>
                <a:ea typeface="+mj-ea"/>
                <a:cs typeface="+mj-cs"/>
              </a:rPr>
              <a:t>Technical Implementation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69EB42AD-FF3F-D318-90D0-1070FB8FD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1396952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🎯 AUTOENCODERS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Use Vanilla AE for: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✓ Compression tasks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✓ Denoising applications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✓ Feature extraction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✓ When reconstruction is priority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Use VAE for: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✓ Image generation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✓ Data augmentation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✓ Latent space exploration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✓ Sampling new data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🤖 MULTI-AGENT SYSTEMS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Advantages: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✓ Specialized agent personalities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✓ Context-aware conversations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✓ Diverse perspectives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✓ Natural dialogue flow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endParaRPr/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Applications: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Collaborative problem-solving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Debate and discussion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Creative brainstorming</a:t>
            </a:r>
          </a:p>
          <a:p>
            <a:pPr>
              <a:spcBef>
                <a:spcPts val="800"/>
              </a:spcBef>
              <a:defRPr sz="1600">
                <a:solidFill>
                  <a:srgbClr val="404040"/>
                </a:solidFill>
              </a:defRPr>
            </a:pPr>
            <a:r>
              <a:t>• Educational dialogue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7424F32-2789-4FF9-8E8A-1252284BF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08C46E-BB60-4B97-8327-D3A475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42755C-F24C-4D08-8E4C-E646382C3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E94A00-1A92-47F4-9E2D-E51DFF901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90422" y="1847088"/>
            <a:ext cx="720564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088684" y="804519"/>
            <a:ext cx="7202456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1F4E79"/>
                </a:solidFill>
              </a:defRPr>
            </a:pPr>
            <a:r>
              <a:rPr lang="en-US" sz="3200" cap="all">
                <a:latin typeface="+mj-lt"/>
                <a:ea typeface="+mj-ea"/>
                <a:cs typeface="+mj-cs"/>
              </a:rPr>
              <a:t>Conclusions &amp; Future Work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EC4E01A6-D5D3-3C60-FE9E-808DECC923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053020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</TotalTime>
  <Words>617</Words>
  <Application>Microsoft Macintosh PowerPoint</Application>
  <PresentationFormat>On-screen Show (4:3)</PresentationFormat>
  <Paragraphs>124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Sakshi Parikh</cp:lastModifiedBy>
  <cp:revision>4</cp:revision>
  <dcterms:created xsi:type="dcterms:W3CDTF">2013-01-27T09:14:16Z</dcterms:created>
  <dcterms:modified xsi:type="dcterms:W3CDTF">2025-10-08T16:12:00Z</dcterms:modified>
  <cp:category/>
</cp:coreProperties>
</file>