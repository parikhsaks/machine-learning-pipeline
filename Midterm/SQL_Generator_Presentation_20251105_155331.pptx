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6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356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55229" y="2286000"/>
            <a:ext cx="925445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SQL Query Generator using Fine-Tuned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Text-to-SQL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8657" y="5486400"/>
            <a:ext cx="12666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Sakshi Parikh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📋 Overview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🎯 PROJECT OVERVIEW: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Transform natural language → SQL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Fine-tune Mistral-7B with LoRA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Dataset: 1000 synthetic queries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Result: 86.82% accuracy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Deployment: Gradio interface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🛠️ CORE TECHNOLOGIES: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PyTorch &amp; Transformers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PEFT (LoRA fine-tuning)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BitsAndBytes (4-bit quantization)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Gradio (Web UI)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Google Colab + T4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📊 KEY SPECIFICATIONS: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Base Model: Mistral-7B-Instruct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Model Size: ~4GB (quantized)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Training: 1 epoch, 800 samples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Training Time: ~20 minutes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Memory: 8GB VRAM peak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✨ FEATURES: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Real-time SQL generation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Multi-domain support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Query explanations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Save history (JSON/CSV)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8 schema presets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Copy-to-clipboard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🏗️ System Architecture &amp; Logic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1️⃣ DATA PREPARATION: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Load </a:t>
            </a:r>
            <a:r>
              <a:rPr dirty="0" err="1"/>
              <a:t>gretelai</a:t>
            </a:r>
            <a:r>
              <a:rPr dirty="0"/>
              <a:t>/</a:t>
            </a:r>
            <a:r>
              <a:rPr dirty="0" err="1"/>
              <a:t>synthetic_text_to_sql</a:t>
            </a:r>
            <a:r>
              <a:rPr dirty="0"/>
              <a:t> dataset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Shuffle &amp; select 1000 samples (seed=2024)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Format: Task → Schema → Question → Answer (SQL + Explanation)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Split: 80% train (800), 20% test (200)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2️⃣ MODEL LOADING &amp; QUANTIZATION: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Load Mistral-7B-Instruct-v0.2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Apply 4-bit NF4 quantization → Reduces 14GB to 4GB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Configure tokenizer with EOS padding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3️⃣ </a:t>
            </a:r>
            <a:r>
              <a:rPr dirty="0" err="1"/>
              <a:t>LoRA</a:t>
            </a:r>
            <a:r>
              <a:rPr dirty="0"/>
              <a:t> FINE-TUNING: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Add </a:t>
            </a:r>
            <a:r>
              <a:rPr dirty="0" err="1"/>
              <a:t>LoRA</a:t>
            </a:r>
            <a:r>
              <a:rPr dirty="0"/>
              <a:t> adapters: rank=8, alpha=16, dropout=0.1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Target layers: </a:t>
            </a:r>
            <a:r>
              <a:rPr dirty="0" err="1"/>
              <a:t>q_proj</a:t>
            </a:r>
            <a:r>
              <a:rPr dirty="0"/>
              <a:t>, </a:t>
            </a:r>
            <a:r>
              <a:rPr dirty="0" err="1"/>
              <a:t>v_proj</a:t>
            </a:r>
            <a:r>
              <a:rPr dirty="0"/>
              <a:t> (attention mechanisms)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Train with: </a:t>
            </a:r>
            <a:r>
              <a:rPr dirty="0" err="1"/>
              <a:t>batch_size</a:t>
            </a:r>
            <a:r>
              <a:rPr dirty="0"/>
              <a:t>=4, </a:t>
            </a:r>
            <a:r>
              <a:rPr dirty="0" err="1"/>
              <a:t>lr</a:t>
            </a:r>
            <a:r>
              <a:rPr dirty="0"/>
              <a:t>=3e-4, cosine scheduler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   • Result: Loss 0.857 → 0.364 | Only ~4M params trained (99.9% frozen)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54DA5-A709-45A1-D6CC-F174D4C8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Outputs</a:t>
            </a:r>
          </a:p>
        </p:txBody>
      </p:sp>
      <p:pic>
        <p:nvPicPr>
          <p:cNvPr id="4" name="Picture 3" descr="Example for school">
            <a:extLst>
              <a:ext uri="{FF2B5EF4-FFF2-40B4-BE49-F238E27FC236}">
                <a16:creationId xmlns:a16="http://schemas.microsoft.com/office/drawing/2014/main" id="{6F80215D-EFAB-4D06-8258-359A4E81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3" y="1675227"/>
            <a:ext cx="781191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8BA3B-61EB-966B-6F09-BD64A5EF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05085C-0955-BBA5-4D07-00E0A917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6214530"/>
            <a:ext cx="3213313" cy="3217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600">
                <a:solidFill>
                  <a:schemeClr val="bg1"/>
                </a:solidFill>
              </a:rPr>
              <a:t>Outputs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771437-554C-35F0-3352-AE8E981A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" r="24205" b="-1"/>
          <a:stretch>
            <a:fillRect/>
          </a:stretch>
        </p:blipFill>
        <p:spPr>
          <a:xfrm>
            <a:off x="866667" y="637761"/>
            <a:ext cx="7417323" cy="55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6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315</Words>
  <Application>Microsoft Macintosh PowerPoint</Application>
  <PresentationFormat>On-screen Show (4:3)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Outputs</vt:lpstr>
      <vt:lpstr>Outputs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Parikh</cp:lastModifiedBy>
  <cp:revision>6</cp:revision>
  <dcterms:created xsi:type="dcterms:W3CDTF">2013-01-27T09:14:16Z</dcterms:created>
  <dcterms:modified xsi:type="dcterms:W3CDTF">2025-11-05T22:05:56Z</dcterms:modified>
  <cp:category/>
</cp:coreProperties>
</file>